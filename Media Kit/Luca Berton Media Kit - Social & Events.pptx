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355080"/>
            <a:ext cx="219456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uca_Berton_Ful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Luca Berton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C9D7F0"/>
                </a:solidFill>
                <a:latin typeface="Calibri"/>
              </a:rPr>
              <a:t>Media Kit — Social Reach &amp; Recent Event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Calibri"/>
              </a:rPr>
              <a:t>AI &amp; Cloud Advisor · Docker Captain · KubeCon EU 2026 Speaker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09728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Featured at KubeCon Europe, FOSDEM and DevWorld — bringing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platform engineering, GPU/MLOps and open-source insight to global stages.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9D7F0"/>
                </a:solidFill>
                <a:latin typeface="Calibri"/>
              </a:rPr>
              <a:t>lucaberton.com  ·  linkedin.com/in/lucaberton  ·  youtube.com/@BertonLuca  ·  x.com/TheLucaBerton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FB1CF"/>
                </a:solidFill>
                <a:latin typeface="Calibri"/>
              </a:rPr>
              <a:t>Amsterdam, NL  ·  luca@lucaberton.com  ·  +31 6 1225 5399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9D7F0"/>
                </a:solidFill>
                <a:latin typeface="Calibri"/>
              </a:rPr>
              <a:t>Cloud-native engineer, author and conference speaker</a:t>
            </a:r>
          </a:p>
        </p:txBody>
      </p:sp>
      <p:pic>
        <p:nvPicPr>
          <p:cNvPr id="6" name="Picture 5" descr="Luca_Berto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64592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Calibri"/>
              </a:rPr>
              <a:t>Luca Berton helps enterprises ship secure, scalable AI &amp; Kubernetes platforms — and shares the journey across stages, podcasts and a fast-growing technical audience.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6974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09728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18+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Years in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Enterprise platforms, automation, MLOps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377440"/>
            <a:ext cx="26974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377440"/>
            <a:ext cx="109728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542032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15468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Technical 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47472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Apress · Springer · BPB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77440"/>
            <a:ext cx="26974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77440"/>
            <a:ext cx="109728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542032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30+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5468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Conference talks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7472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KubeCon · FOSDEM · DevWorld · Red Hat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2377440"/>
            <a:ext cx="26974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2377440"/>
            <a:ext cx="109728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542032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150k+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15468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Calibri"/>
              </a:rPr>
              <a:t>Monthly 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47472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ansiblepilot.com + YouTube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3484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Signature Topics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Multi-tenant GPU orchestration on Kubernetes / OpenShift AI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Pragmatic MLOps: from POC to production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Platform engineering at million-resource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006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Ansible &amp; Terraform automation for the enterprise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Open source community building (Ansible Pilot)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Secure, SOC2 / ISO 27001-aligned cloud architectures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Luca Berton — Media Kit · Social &amp; Recent Events ·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5695" y="65562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55F6D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Social Media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9D7F0"/>
                </a:solidFill>
                <a:latin typeface="Calibri"/>
              </a:rPr>
              <a:t>Engaged community across LinkedIn, YouTube, X, Instagram &amp; Web</a:t>
            </a:r>
          </a:p>
        </p:txBody>
      </p:sp>
      <p:pic>
        <p:nvPicPr>
          <p:cNvPr id="6" name="Picture 5" descr="Luca_Berto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64592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234440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304" cy="1417320"/>
          </a:xfrm>
          <a:prstGeom prst="rect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166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A66C2"/>
                </a:solidFill>
                <a:latin typeface="Calibri"/>
              </a:rPr>
              <a:t>linkedin.com/in/lucaberton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166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Daily insight on AI, Kubernetes, GPU &amp; platform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146304" cy="141732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5166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YouTube · @BertonLuca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0000"/>
                </a:solidFill>
                <a:latin typeface="Calibri"/>
              </a:rPr>
              <a:t>youtube.com/@BertonLuca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40"/>
            <a:ext cx="5166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Hands-on Ansible, Kubernetes &amp; cloud-native walkthroughs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16352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16352"/>
            <a:ext cx="146304" cy="1417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53512"/>
            <a:ext cx="5166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X (Twitter)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64992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x.com/TheLucaBerton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30752"/>
            <a:ext cx="5166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Live conference notes, hot takes and open-source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816352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816352"/>
            <a:ext cx="146304" cy="14173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953512"/>
            <a:ext cx="5166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Instagram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64992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1306C"/>
                </a:solidFill>
                <a:latin typeface="Calibri"/>
              </a:rPr>
              <a:t>instagram.com/thelucaberton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30752"/>
            <a:ext cx="5166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Behind the scenes from talks, books and travel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98264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398264"/>
            <a:ext cx="146304" cy="141732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35424"/>
            <a:ext cx="5166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Ansible 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946904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  <a:latin typeface="Calibri"/>
              </a:rPr>
              <a:t>ansiblepilot.com  ·  ~150k views / 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12664"/>
            <a:ext cx="5166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300+ Ansible &amp; Terraform use cases, blog and YouTube 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398264"/>
            <a:ext cx="56235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398264"/>
            <a:ext cx="14630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35424"/>
            <a:ext cx="5166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Website &amp; Blog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946904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lucaberton.com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312664"/>
            <a:ext cx="51663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Long-form articles, conference recaps, advisory &amp; books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Luca Berton — Media Kit · Social &amp; Recent Events ·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5695" y="65562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55F6D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Audience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9D7F0"/>
                </a:solidFill>
                <a:latin typeface="Calibri"/>
              </a:rPr>
              <a:t>Who is reading, watching and showing up at the talks</a:t>
            </a:r>
          </a:p>
        </p:txBody>
      </p:sp>
      <p:pic>
        <p:nvPicPr>
          <p:cNvPr id="6" name="Picture 5" descr="Luca_Berto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64592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Audience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Platform &amp; DevOps engineers, SREs, MLOps practitioners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Cloud architects and engineering managers (AWS / Azure / GCP)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CTOs and tech leads scaling AI / Kubernetes adoption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Open-source contributors in the Ansible &amp; CNCF ecosystems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Technical authors, instructors and conference organisers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Geography &amp;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Strong presence in EMEA — NL, UK, DE, BE, IT, FR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Growing reach in North America and India (book audiences)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Long-form on LinkedIn &amp; lucaberton.com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Tutorial video on YouTube @BertonLuca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828"/>
                </a:solidFill>
                <a:latin typeface="Calibri"/>
              </a:rPr>
              <a:t>•  Live event signal on X / @TheLucaBerton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83480"/>
            <a:ext cx="11247120" cy="14173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0749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Why brands collaborate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40680"/>
            <a:ext cx="1078992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Independent practitioner voice · enterprise credibility (Dell, JPMorgan, Red Hat) · consistent multi-channel coverage of flagship cloud-native events · long-tail SEO via 300+ how-to articles · authentic community building around Ansible Pilot.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Luca Berton — Media Kit · Social &amp; Recent Events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695" y="65562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55F6D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Recent Event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9D7F0"/>
                </a:solidFill>
                <a:latin typeface="Calibri"/>
              </a:rPr>
              <a:t>Three flagship 2025–2026 stages — and how they were amplified</a:t>
            </a:r>
          </a:p>
        </p:txBody>
      </p:sp>
      <p:pic>
        <p:nvPicPr>
          <p:cNvPr id="6" name="Picture 5" descr="Luca_Berto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64592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234440"/>
            <a:ext cx="37947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794760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429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KubeCon + CloudNativeCon</a:t>
            </a:r>
          </a:p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Europe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Amsterdam 🇳🇱  ·  March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34290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Speaker — Lessons Learned Orchestrating Multi-Tenant</a:t>
            </a:r>
          </a:p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GPUs on OpenShift AI with NVIDIA KAI (G/H200).</a:t>
            </a:r>
          </a:p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MC at Cloud Native Rejekts EU.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37947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3794760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3429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FOSDEM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6032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alibri"/>
              </a:rPr>
              <a:t>Brussels 🇧🇪  ·  Jan 31 – Feb 1,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17520"/>
            <a:ext cx="34290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Community attendee &amp; connector — RISC-V, edge AI,</a:t>
            </a:r>
          </a:p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open silicon. 8,000+ attendees, 1,013 talks.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234440"/>
            <a:ext cx="37947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234440"/>
            <a:ext cx="3794760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554480"/>
            <a:ext cx="3429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DevWorld Conference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56032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Amsterdam 🇳🇱  ·  Feb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17520"/>
            <a:ext cx="34290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Attendee &amp; networker at one of Europe's largest</a:t>
            </a:r>
          </a:p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developer festivals — AI, cloud, dev experience.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Coverage formats produced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7899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Long-form blog recap · LinkedIn carousel &amp; posts · YouTube vlog &amp; interviews · X live thread · podcast guest appearances · session slides on lucaberton.com/slides.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Luca Berton — Media Kit · Social &amp; Recent Events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5562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55F6D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KubeCon + CloudNativeCon Europe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9D7F0"/>
                </a:solidFill>
                <a:latin typeface="Calibri"/>
              </a:rPr>
              <a:t>Amsterdam 🇳🇱 · 23–26 March 2026 · CNCF flagship</a:t>
            </a:r>
          </a:p>
        </p:txBody>
      </p:sp>
      <p:pic>
        <p:nvPicPr>
          <p:cNvPr id="6" name="Picture 5" descr="Luca_Berto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64592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188720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Speaker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77724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Calibri"/>
              </a:rPr>
              <a:t>Lessons Learned Orchestrating Multi-Tenant GPUs on OpenShift AI</a:t>
            </a:r>
          </a:p>
          <a:p>
            <a:pPr algn="l"/>
            <a:r>
              <a:rPr sz="1400" b="1">
                <a:solidFill>
                  <a:srgbClr val="1F6FEB"/>
                </a:solidFill>
                <a:latin typeface="Calibri"/>
              </a:rPr>
              <a:t>with NVIDIA KAI on G/H200  —  Luca Berton, Dell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Tenant isolation patterns &amp; scheduling on heterogeneous nodes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MIG vs full-GPU trade-offs, throughput vs latency tuning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Driver / firmware pitfalls and safe upgrade &amp; rollback strategies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Day-2 ops: observability, autoscaling and chargeback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Coverage produced around the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01828"/>
                </a:solidFill>
                <a:latin typeface="Calibri"/>
              </a:rPr>
              <a:t>•  Series of speaker &amp; vendor interviews on lucaberton.com/blog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01828"/>
                </a:solidFill>
                <a:latin typeface="Calibri"/>
              </a:rPr>
              <a:t>•  MC role at Cloud Native Rejekts EU 2026 (community unconference)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01828"/>
                </a:solidFill>
                <a:latin typeface="Calibri"/>
              </a:rPr>
              <a:t>•  Side-events guide and RSVP hub published pre-event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188720"/>
            <a:ext cx="3108960" cy="5212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3258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783080"/>
            <a:ext cx="2743200" cy="4572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KubeCon EU is the largest cloud-native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gathering in Europe with 12,000+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attendees from the Kubernetes,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AI/ML and platform engineering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communities.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Luca brings a practitioner's lens to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GPU orchestration — a top-of-mind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topic for every enterprise rolling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out generative-AI platforms.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Luca Berton — Media Kit · Social &amp; Recent Events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5695" y="65562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55F6D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FOSDEM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9D7F0"/>
                </a:solidFill>
                <a:latin typeface="Calibri"/>
              </a:rPr>
              <a:t>Brussels 🇧🇪 · 31 Jan – 1 Feb 2026 · Europe's biggest open-source event</a:t>
            </a:r>
          </a:p>
        </p:txBody>
      </p:sp>
      <p:pic>
        <p:nvPicPr>
          <p:cNvPr id="6" name="Picture 5" descr="Luca_Berto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64592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18872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On the 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7772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8,000+ attendees · 1,013 talks across 65 dev rooms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Met DeepComputing &amp; RISC-V International Foundation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Themes covered: open silicon, edge AI, hardware/software co-design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Connected with maintainers across CNCF, Ansible &amp; Linux ecosystems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Content produced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Blog recap: lucaberton.com/blog/fosdem-2026/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LinkedIn posts with photos &amp; community highlights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Continuation of the FOSDEM 2025 vlog series (BGE on the Road)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188720"/>
            <a:ext cx="3108960" cy="5212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3258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Why FOSDEM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783080"/>
            <a:ext cx="2743200" cy="4572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Calibri"/>
              </a:rPr>
              <a:t>FOSDEM is the unmissable</a:t>
            </a:r>
          </a:p>
          <a:p>
            <a:pPr algn="l"/>
            <a:r>
              <a:rPr sz="1100" b="0">
                <a:solidFill>
                  <a:srgbClr val="101828"/>
                </a:solidFill>
                <a:latin typeface="Calibri"/>
              </a:rPr>
              <a:t>European meeting point for the</a:t>
            </a:r>
          </a:p>
          <a:p>
            <a:pPr algn="l"/>
            <a:r>
              <a:rPr sz="1100" b="0">
                <a:solidFill>
                  <a:srgbClr val="101828"/>
                </a:solidFill>
                <a:latin typeface="Calibri"/>
              </a:rPr>
              <a:t>open-source community.</a:t>
            </a:r>
          </a:p>
          <a:p>
            <a:pPr algn="l"/>
            <a:r>
              <a:rPr sz="1100" b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01828"/>
                </a:solidFill>
                <a:latin typeface="Calibri"/>
              </a:rPr>
              <a:t>Luca's coverage gives sponsors</a:t>
            </a:r>
          </a:p>
          <a:p>
            <a:pPr algn="l"/>
            <a:r>
              <a:rPr sz="1100" b="0">
                <a:solidFill>
                  <a:srgbClr val="101828"/>
                </a:solidFill>
                <a:latin typeface="Calibri"/>
              </a:rPr>
              <a:t>and projects an authentic,</a:t>
            </a:r>
          </a:p>
          <a:p>
            <a:pPr algn="l"/>
            <a:r>
              <a:rPr sz="1100" b="0">
                <a:solidFill>
                  <a:srgbClr val="101828"/>
                </a:solidFill>
                <a:latin typeface="Calibri"/>
              </a:rPr>
              <a:t>practitioner-led narrative —</a:t>
            </a:r>
          </a:p>
          <a:p>
            <a:pPr algn="l"/>
            <a:r>
              <a:rPr sz="1100" b="0">
                <a:solidFill>
                  <a:srgbClr val="101828"/>
                </a:solidFill>
                <a:latin typeface="Calibri"/>
              </a:rPr>
              <a:t>from the dev rooms to the</a:t>
            </a:r>
          </a:p>
          <a:p>
            <a:pPr algn="l"/>
            <a:r>
              <a:rPr sz="1100" b="0">
                <a:solidFill>
                  <a:srgbClr val="101828"/>
                </a:solidFill>
                <a:latin typeface="Calibri"/>
              </a:rPr>
              <a:t>famous beer event.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Luca Berton — Media Kit · Social &amp; Recent Events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695" y="65562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55F6D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DevWorld Conference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9D7F0"/>
                </a:solidFill>
                <a:latin typeface="Calibri"/>
              </a:rPr>
              <a:t>Amsterdam 🇳🇱 · February 2025 · Europe's largest developer festival</a:t>
            </a:r>
          </a:p>
        </p:txBody>
      </p:sp>
      <p:pic>
        <p:nvPicPr>
          <p:cNvPr id="6" name="Picture 5" descr="Luca_Berto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64592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18872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Participation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7772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Attendee &amp; networker across the AI, cloud and DevEx tracks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Met framework maintainers, DevRel teams and startup founders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Captured emerging trends in agentic AI and developer tooling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Coverage produced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LinkedIn recap with key takeaways for engineering leaders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Blog notes feeding the AI / Kubernetes content series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828"/>
                </a:solidFill>
                <a:latin typeface="Calibri"/>
              </a:rPr>
              <a:t>•  Cross-promotion in the Ansible Pilot newsletter &amp;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188720"/>
            <a:ext cx="3108960" cy="5212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3258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Why DevWorld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783080"/>
            <a:ext cx="2743200" cy="4572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DevWorld brings together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developers, DevRel teams and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tech founders from across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Europe.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It is where new dev tools and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AI products are tested in front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of an opinionated audience —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and Luca helps amplify the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ones that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Luca Berton — Media Kit · Social &amp; Recent Events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695" y="65562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55F6D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Other 2025–2026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9D7F0"/>
                </a:solidFill>
                <a:latin typeface="Calibri"/>
              </a:rPr>
              <a:t>Year-round presence across the cloud-native, AI and open-source calendar</a:t>
            </a:r>
          </a:p>
        </p:txBody>
      </p:sp>
      <p:pic>
        <p:nvPicPr>
          <p:cNvPr id="6" name="Picture 5" descr="Luca_Berto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64592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234440"/>
            <a:ext cx="5623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09728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9903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KubeCon EU 2025 — London 🇬🇧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Apr 2025 · CNCF flagship attendee &amp; community contributor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23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109728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9903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Red Hat Summit: Connect — Utrecht 🇳🇱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Oct 2025 · Sessions on unified AI &amp; application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5623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109728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3347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Dutch Cloud Native Day — Utrecht 🇳🇱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6324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Jul 2025 · Volunteer &amp; book signing for Kubernetes Recipes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68880"/>
            <a:ext cx="5623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468880"/>
            <a:ext cx="109728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3347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FikaWorks Day — Amsterdam 🇳🇱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6324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Oct 2025 · Talk: How to Write a Technical Book and Sell Worldwide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5623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109728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6791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CfgMgmtCamp — Ghent 🇧🇪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Feb 2025 · Talk on Ansible + Neo4j GenAI automation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5623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03320"/>
            <a:ext cx="109728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86791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FOSDEM 2025 — Brussels 🇧🇪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9768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Feb 2025 · BGE on the Road vlog series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37760"/>
            <a:ext cx="5623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937760"/>
            <a:ext cx="109728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0235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BASE Conference — Amsterdam 🇳🇱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3212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Oct 2024 · Panel on AI for SMEs aligned with values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937760"/>
            <a:ext cx="5623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937760"/>
            <a:ext cx="109728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10235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TNW Conference — Amsterdam 🇳🇱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53212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Jun 2025 · Tech festival networking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55F6D"/>
                </a:solidFill>
                <a:latin typeface="Calibri"/>
              </a:rPr>
              <a:t>Luca Berton — Media Kit · Social &amp; Recent Events ·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5695" y="65562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55F6D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a_Berton_Ful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Let's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5A623"/>
                </a:solidFill>
                <a:latin typeface="Calibri"/>
              </a:rPr>
              <a:t>Speaking · Sponsored coverage · Advisory · Workshops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5486400" cy="237744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Engagement formats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Keynotes, panels &amp; hands-on workshops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Sponsored event coverage (blog, video, social)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Pre-event interviews and recap content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Advisory on AI, GPU &amp; platform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474720"/>
            <a:ext cx="5486400" cy="237744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6118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Get in touch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luca@lucaberton.com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+31 6 1225 5399  ·  Amsterdam, NL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lucaberton.com  ·  ansiblepilot.com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linkedin.com/in/lucaberton  ·  @TheLucaBerton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9D7F0"/>
                </a:solidFill>
                <a:latin typeface="Calibri"/>
              </a:rPr>
              <a:t>Please share: audience size · event date · format (in-person / virtual) · topic(s) · desired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