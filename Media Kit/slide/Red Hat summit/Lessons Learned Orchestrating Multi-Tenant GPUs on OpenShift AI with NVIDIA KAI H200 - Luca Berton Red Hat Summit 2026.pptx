
<file path=[Content_Types].xml><?xml version="1.0" encoding="utf-8"?>
<Types xmlns="http://schemas.openxmlformats.org/package/2006/content-types">
  <Default Extension="fntdata" ContentType="application/x-fontdata"/>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notesMasterIdLst>
    <p:notesMasterId r:id="rId22"/>
  </p:notesMasterIdLst>
  <p:sldIdLst>
    <p:sldId id="256" r:id="rId2"/>
    <p:sldId id="275"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Lst>
  <p:sldSz cx="12192000" cy="6858000"/>
  <p:notesSz cx="6858000" cy="9144000"/>
  <p:embeddedFontLst>
    <p:embeddedFont>
      <p:font typeface="Red Hat Display" panose="02010303040201060303"/>
      <p:regular r:id="rId23"/>
      <p:bold r:id="rId24"/>
      <p:italic r:id="rId25"/>
      <p:boldItalic r:id="rId26"/>
    </p:embeddedFont>
    <p:embeddedFont>
      <p:font typeface="Red Hat Text" panose="02010503040201060303" pitchFamily="2" charset="0"/>
      <p:regular r:id="rId27"/>
      <p:bold r:id="rId28"/>
      <p:italic r:id="rId29"/>
      <p:boldItalic r:id="rId30"/>
    </p:embeddedFont>
    <p:embeddedFont>
      <p:font typeface="Red Hat Text Medium" panose="02010503040201060303"/>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340"/>
    <p:restoredTop sz="74635"/>
  </p:normalViewPr>
  <p:slideViewPr>
    <p:cSldViewPr snapToGrid="0">
      <p:cViewPr varScale="1">
        <p:scale>
          <a:sx n="125" d="100"/>
          <a:sy n="125" d="100"/>
        </p:scale>
        <p:origin x="1488" y="16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21" Type="http://schemas.openxmlformats.org/officeDocument/2006/relationships/slide" Target="slides/slide20.xml"/><Relationship Id="rId34" Type="http://schemas.openxmlformats.org/officeDocument/2006/relationships/font" Target="fonts/font1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sz="1400" dirty="0"/>
              <a:t>Multi-tenant GPUs on bare metal OpenShift AI. Today I want to share a practical blueprint for running multi-tenant GPUs on bare metal OpenShift AI, delivering a sovereign full-stack AI platform that drives immediate results. The key point: getting GPUs to run is not the hard part — the hard part is sharing them safely, fairly, and efficiently across teams.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GB" sz="1400" dirty="0"/>
              <a:t>My name is Luca Berton, and I work on AI-ready infrastructure and enterprise cloud environments. This talk comes from hands-on platform work delivered to an avionics customer in France, in production today. What I will show you is the result of operational lessons from real systems.</a:t>
            </a:r>
          </a:p>
          <a:p>
            <a:endParaRPr lang="en-US" sz="1400" dirty="0"/>
          </a:p>
        </p:txBody>
      </p:sp>
    </p:spTree>
    <p:extLst>
      <p:ext uri="{BB962C8B-B14F-4D97-AF65-F5344CB8AC3E}">
        <p14:creationId xmlns:p14="http://schemas.microsoft.com/office/powerpoint/2010/main" val="25586161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dirty="0"/>
              <a:t>This was a bare metal environment: OpenShift, OpenShift AI, NVIDIA GPU and Network Operators. H200 GPU nodes, RDMA storage, and an air-gapped setup with local mirrors. In the cloud, some complexity is abstracted away. Here, every layer is ours to own, configure, and recover.</a:t>
            </a:r>
            <a:endParaRPr lang="en-US" dirty="0"/>
          </a:p>
        </p:txBody>
      </p:sp>
    </p:spTree>
    <p:extLst>
      <p:ext uri="{BB962C8B-B14F-4D97-AF65-F5344CB8AC3E}">
        <p14:creationId xmlns:p14="http://schemas.microsoft.com/office/powerpoint/2010/main" val="24767926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We learned very quickly that a working GPU cluster is not the same as a shareable GPU platform. The real risks were noisy neighbors, queue starvation, mismatched MIG configuration, driver drift, and networking failures around SR-IOV and RDMA. So the challenge became: how do we prevent chaos before tenants even feel it?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dirty="0"/>
              <a:t>Every platform decision had to pass through three lenses. First, SAFE: one team cannot break another. Second, FAIR: contention is deterministic, not political. Third, EFFICIENT: we optimize for useful outcomes per GPU-hour, not just utilization graphs.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dirty="0"/>
              <a:t>We designed for three personas. The end user wants fast access and stable latency. The </a:t>
            </a:r>
            <a:r>
              <a:rPr dirty="0" err="1"/>
              <a:t>LLMOps</a:t>
            </a:r>
            <a:r>
              <a:rPr dirty="0"/>
              <a:t> teams want repeatable deployments, safe upgrades, and observability. The tenant admin wants boundaries and visibility into cost. If any one of those personas loses, the platform adoption collapses.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dirty="0"/>
              <a:t>Our answer was </a:t>
            </a:r>
            <a:r>
              <a:rPr dirty="0" err="1"/>
              <a:t>GitOps</a:t>
            </a:r>
            <a:r>
              <a:rPr dirty="0"/>
              <a:t>. Argo CD and </a:t>
            </a:r>
            <a:r>
              <a:rPr dirty="0" err="1"/>
              <a:t>Kustomize</a:t>
            </a:r>
            <a:r>
              <a:rPr dirty="0"/>
              <a:t> became the single source of truth for operators, infrastructure, tenant configuration, and applications. The reason this matters is not just automation — it is auditability, repeatability, and rollback. In a multi-tenant GPU platform, manual fixes become future outages.</a:t>
            </a:r>
            <a:endParaRPr lang="en-US" dirty="0"/>
          </a:p>
          <a:p>
            <a:r>
              <a:rPr lang="en-GB" sz="1100" b="1" i="0" u="none" strike="noStrike" cap="none" dirty="0">
                <a:solidFill>
                  <a:srgbClr val="000000"/>
                </a:solidFill>
                <a:effectLst/>
                <a:latin typeface="Arial"/>
                <a:ea typeface="Arial"/>
                <a:cs typeface="Arial"/>
                <a:sym typeface="Arial"/>
              </a:rPr>
              <a:t>CHECKPOINT 1 (≈ 7')</a:t>
            </a:r>
            <a:endParaRPr lang="en-GB"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dirty="0"/>
              <a:t>We used Ansible for the initial handshake, especially in the air-gapped environment, and then handed control to </a:t>
            </a:r>
            <a:r>
              <a:rPr dirty="0" err="1"/>
              <a:t>GitOps</a:t>
            </a:r>
            <a:r>
              <a:rPr dirty="0"/>
              <a:t> as early as possible. The goal was simple: bootstrap once, then let Argo CD own day-two operations. That reduces drift and makes the platform behavior predictable over time.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dirty="0"/>
              <a:t>Multi-tenant networking sat on </a:t>
            </a:r>
            <a:r>
              <a:rPr dirty="0" err="1"/>
              <a:t>HAProxy</a:t>
            </a:r>
            <a:r>
              <a:rPr dirty="0"/>
              <a:t> with </a:t>
            </a:r>
            <a:r>
              <a:rPr dirty="0" err="1"/>
              <a:t>Keepalived</a:t>
            </a:r>
            <a:r>
              <a:rPr dirty="0"/>
              <a:t> providing VRRP for the virtual IPs, and SR-IOV virtual functions giving each tenant its own NIC isolation and per-tenant network QoS. All of this is templated with Jinja2 so adding a tenant is one dictionary entry — and per-tenant logging flows into </a:t>
            </a:r>
            <a:r>
              <a:rPr dirty="0" err="1"/>
              <a:t>rsyslog</a:t>
            </a:r>
            <a:r>
              <a:rPr dirty="0"/>
              <a:t> with one file per tenant for auditing and troubleshooting.</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dirty="0"/>
              <a:t>For us, safety means hard isolation boundaries: namespace isolation, scoped service accounts, least-privilege RBAC, deny-by-default network policies, pod security guardrails, quotas, limits, and admission checks. The key idea is that safety is not something operators remember to do — it is something the platform enforces by default.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dirty="0"/>
              <a:t>Each tenant came from a standard </a:t>
            </a:r>
            <a:r>
              <a:rPr dirty="0" err="1"/>
              <a:t>Kustomize</a:t>
            </a:r>
            <a:r>
              <a:rPr dirty="0"/>
              <a:t> build deployed through Argo CD. That bundle included namespace configuration, RBAC, </a:t>
            </a:r>
            <a:r>
              <a:rPr dirty="0" err="1"/>
              <a:t>NetworkPolicy</a:t>
            </a:r>
            <a:r>
              <a:rPr dirty="0"/>
              <a:t>, quotas, and supporting networking pieces. The practical outcome is important: no tickets, no manual steps, no tribal knowledge. A single Git pull request becomes a tenant provisioning workflow.</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dirty="0"/>
              <a:t>One subtle lesson was that bare metal forces you to care about the actual hardware mix. Different NICs required different operational models. NVIDIA </a:t>
            </a:r>
            <a:r>
              <a:rPr dirty="0" err="1"/>
              <a:t>ConnectX</a:t>
            </a:r>
            <a:r>
              <a:rPr dirty="0"/>
              <a:t> paths were managed by the NVIDIA Network Operator for RDMA and </a:t>
            </a:r>
            <a:r>
              <a:rPr dirty="0" err="1"/>
              <a:t>GPUDirect</a:t>
            </a:r>
            <a:r>
              <a:rPr dirty="0"/>
              <a:t>-capable flows, while other NIC paths were handled by the OpenShift SR-IOV Network Operator for management traffic. The main takeaway: do not assume one networking recipe fits every GPU node.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dirty="0"/>
              <a:t>We reduced upgrade fragility by moving away from the more tightly coupled legacy approach toward open kernel modules and DMA-BUF. The important message here is not the terminology — it is that safer upgrades require reducing coupling between drivers, kernel dependencies, and data paths.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dirty="0"/>
              <a:t>In shared GPU environments, fairness does not happen naturally. Without clear rules, the loudest team wins. So we used hard tenant GPU caps, priority classes, explicit preemption posture, scheduling constraints, and GPU-aware scheduling visibility through KAI. The goal was simple: make resource contention predictable, explainable, and intentional.</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dirty="0"/>
              <a:t>We looked at efficiency as outcomes per GPU-hour. That means choosing between time slicing, MIG, and full GPU based on workload type rather than ideology. Interactive notebooks, training, and inference each behave differently. The platform has to optimize for real workload outcomes, not just maximum theoretical utilization.</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One of the most important lessons was that the upgrade plan is not an appendix — it is part of the platform design. We managed a known-good compatibility matrix in Git, used canary pools, bake periods, validation gates, and relied on Git-based rollback through Argo CD. In practice, trust in the platform depends heavily on trust in the upgrade path.</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dirty="0"/>
              <a:t>We invested in per-tenant monitoring, chargeback views, scheduler reports, GPU-hour visibility, queue time, latency, and network health. The big change was behavioral: once teams can see their own usage and impact, they become much better platform citizens. Visibility turns platform governance into something collaborative instead of punitive.</a:t>
            </a:r>
            <a:endParaRPr lang="en-US" dirty="0"/>
          </a:p>
          <a:p>
            <a:r>
              <a:rPr lang="en-GB" sz="1100" b="1" i="0" u="none" strike="noStrike" cap="none" dirty="0">
                <a:solidFill>
                  <a:srgbClr val="000000"/>
                </a:solidFill>
                <a:effectLst/>
                <a:latin typeface="Arial"/>
                <a:ea typeface="Arial"/>
                <a:cs typeface="Arial"/>
                <a:sym typeface="Arial"/>
              </a:rPr>
              <a:t>CHECKPOINT 2 (≈ 14')</a:t>
            </a:r>
            <a:endParaRPr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dirty="0"/>
              <a:t>In this demo, I will show you the usage pattern of three different personas.</a:t>
            </a:r>
          </a:p>
          <a:p>
            <a:endParaRPr dirty="0"/>
          </a:p>
          <a:p>
            <a:r>
              <a:rPr dirty="0"/>
              <a:t>WILLIAM — </a:t>
            </a:r>
            <a:r>
              <a:rPr dirty="0" err="1"/>
              <a:t>LLMOps</a:t>
            </a:r>
            <a:r>
              <a:rPr dirty="0"/>
              <a:t> engineer. His goal is to deploy LLM models on-premises so developers can securely integrate their features into applications. William identifies a model on Hugging Face, chooses Microsoft Phi-4-mini-instruct, logs into OpenShift, and navigates to the OpenShift AI dashboard. After verifying the model files are stored in an object storage bucket, he configures the model deployment, sets up the model server using </a:t>
            </a:r>
            <a:r>
              <a:rPr dirty="0" err="1"/>
              <a:t>vLLM</a:t>
            </a:r>
            <a:r>
              <a:rPr dirty="0"/>
              <a:t>, and allocates the NVIDIA GPU for acceleration. He chooses between profile types based on the resources dedicated for this deployment. Once deployed, he retrieves the API endpoint and reviews dashboards: GPU accelerator and resources assigned, inference benchmarks (inter-token latency, throughput), comparisons with other models, and the OpenShift system metrics for CPU, memory, and resource traces.</a:t>
            </a:r>
          </a:p>
          <a:p>
            <a:endParaRPr dirty="0"/>
          </a:p>
          <a:p>
            <a:r>
              <a:rPr dirty="0"/>
              <a:t>MICHAEL — OpenShift administrator. His goal is to guarantee performance, availability, and optimal utilization of the platform's GPU resources. Michael checks the OpenShift AI dashboard to see the active model deployments — including William's, and others such as a GPT-2. He then switches to Grafana to view the NVIDIA DCGM dashboard, monitoring power usage, temperature, SM clock, memory clock, and specific memory usage per MIG profile. Seven out of eight GPUs are in use.</a:t>
            </a:r>
          </a:p>
          <a:p>
            <a:endParaRPr dirty="0"/>
          </a:p>
          <a:p>
            <a:r>
              <a:rPr dirty="0"/>
              <a:t>MARK — Python developer. His goal is to access an internal AI-powered coding assistant to boost productivity while remaining compliant with internal security policies. Mark works inside Visual Studio Code. He installs the open-source Continue AI code assistant extension and edits its </a:t>
            </a:r>
            <a:r>
              <a:rPr dirty="0" err="1"/>
              <a:t>config.yaml</a:t>
            </a:r>
            <a:r>
              <a:rPr dirty="0"/>
              <a:t> to point at the internal API endpoint William deployed earlier — not a public cloud service. He then opens a Python file with a sorting algorithm and asks the local LLM via Continue to 'make this more readable', successfully generating refined code with diff lines in green and red.</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dirty="0"/>
              <a:t>If you take only a few things away: start with </a:t>
            </a:r>
            <a:r>
              <a:rPr dirty="0" err="1"/>
              <a:t>GitOps</a:t>
            </a:r>
            <a:r>
              <a:rPr dirty="0"/>
              <a:t> first and a standard tenant template. Those two alone remove a large amount of operational pain. Then add quotas, clear networking ownership, a safer GPU stack, useful observability, and an explicit upgrade playbook. The broader message: mature shared GPU platforms are built from guardrails, not heroics.</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dirty="0"/>
              <a:t>You can get the full slide deck by scanning the QR code. Multi-tenant GPUs on bare metal work when safety is provable, fairness is explicit, and efficiency is measured. In our case, </a:t>
            </a:r>
            <a:r>
              <a:rPr dirty="0" err="1"/>
              <a:t>GitOps</a:t>
            </a:r>
            <a:r>
              <a:rPr dirty="0"/>
              <a:t> was the mechanism that made those principles enforceable.</a:t>
            </a:r>
          </a:p>
          <a:p>
            <a:endParaRPr dirty="0"/>
          </a:p>
          <a:p>
            <a:r>
              <a:rPr dirty="0"/>
              <a:t>Thank you.</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RHS - Open Slide - Light" type="title">
  <p:cSld name="TITLE">
    <p:bg>
      <p:bgPr>
        <a:blipFill>
          <a:blip r:embed="rId2">
            <a:alphaModFix/>
          </a:blip>
          <a:stretch>
            <a:fillRect/>
          </a:stretch>
        </a:blipFill>
        <a:effectLst/>
      </p:bgPr>
    </p:bg>
    <p:spTree>
      <p:nvGrpSpPr>
        <p:cNvPr id="1" name="Shape 8"/>
        <p:cNvGrpSpPr/>
        <p:nvPr/>
      </p:nvGrpSpPr>
      <p:grpSpPr>
        <a:xfrm>
          <a:off x="0" y="0"/>
          <a:ext cx="0" cy="0"/>
          <a:chOff x="0" y="0"/>
          <a:chExt cx="0" cy="0"/>
        </a:xfrm>
      </p:grpSpPr>
      <p:sp>
        <p:nvSpPr>
          <p:cNvPr id="9" name="Google Shape;9;p2"/>
          <p:cNvSpPr txBox="1">
            <a:spLocks noGrp="1"/>
          </p:cNvSpPr>
          <p:nvPr>
            <p:ph type="subTitle" idx="1"/>
          </p:nvPr>
        </p:nvSpPr>
        <p:spPr>
          <a:xfrm>
            <a:off x="976653" y="3729441"/>
            <a:ext cx="7533300" cy="914400"/>
          </a:xfrm>
          <a:prstGeom prst="rect">
            <a:avLst/>
          </a:prstGeom>
        </p:spPr>
        <p:txBody>
          <a:bodyPr spcFirstLastPara="1" wrap="square" lIns="0" tIns="0" rIns="0" bIns="0" anchor="t" anchorCtr="0">
            <a:noAutofit/>
          </a:bodyPr>
          <a:lstStyle>
            <a:lvl1pPr lvl="0" rtl="0">
              <a:lnSpc>
                <a:spcPct val="100000"/>
              </a:lnSpc>
              <a:spcBef>
                <a:spcPts val="0"/>
              </a:spcBef>
              <a:spcAft>
                <a:spcPts val="0"/>
              </a:spcAft>
              <a:buClr>
                <a:srgbClr val="1D0C35"/>
              </a:buClr>
              <a:buSzPts val="2400"/>
              <a:buNone/>
              <a:defRPr sz="2400">
                <a:solidFill>
                  <a:srgbClr val="1D0C35"/>
                </a:solidFill>
              </a:defRPr>
            </a:lvl1pPr>
            <a:lvl2pPr lvl="1" rtl="0">
              <a:lnSpc>
                <a:spcPct val="100000"/>
              </a:lnSpc>
              <a:spcBef>
                <a:spcPts val="0"/>
              </a:spcBef>
              <a:spcAft>
                <a:spcPts val="0"/>
              </a:spcAft>
              <a:buClr>
                <a:srgbClr val="142C4D"/>
              </a:buClr>
              <a:buSzPts val="2400"/>
              <a:buNone/>
              <a:defRPr sz="2400">
                <a:solidFill>
                  <a:srgbClr val="142C4D"/>
                </a:solidFill>
              </a:defRPr>
            </a:lvl2pPr>
            <a:lvl3pPr lvl="2" rtl="0">
              <a:lnSpc>
                <a:spcPct val="100000"/>
              </a:lnSpc>
              <a:spcBef>
                <a:spcPts val="0"/>
              </a:spcBef>
              <a:spcAft>
                <a:spcPts val="0"/>
              </a:spcAft>
              <a:buClr>
                <a:srgbClr val="142C4D"/>
              </a:buClr>
              <a:buSzPts val="2400"/>
              <a:buNone/>
              <a:defRPr sz="2400">
                <a:solidFill>
                  <a:srgbClr val="142C4D"/>
                </a:solidFill>
              </a:defRPr>
            </a:lvl3pPr>
            <a:lvl4pPr lvl="3" rtl="0">
              <a:lnSpc>
                <a:spcPct val="100000"/>
              </a:lnSpc>
              <a:spcBef>
                <a:spcPts val="0"/>
              </a:spcBef>
              <a:spcAft>
                <a:spcPts val="0"/>
              </a:spcAft>
              <a:buClr>
                <a:srgbClr val="142C4D"/>
              </a:buClr>
              <a:buSzPts val="2400"/>
              <a:buNone/>
              <a:defRPr sz="2400">
                <a:solidFill>
                  <a:srgbClr val="142C4D"/>
                </a:solidFill>
              </a:defRPr>
            </a:lvl4pPr>
            <a:lvl5pPr lvl="4" rtl="0">
              <a:lnSpc>
                <a:spcPct val="100000"/>
              </a:lnSpc>
              <a:spcBef>
                <a:spcPts val="0"/>
              </a:spcBef>
              <a:spcAft>
                <a:spcPts val="0"/>
              </a:spcAft>
              <a:buClr>
                <a:srgbClr val="142C4D"/>
              </a:buClr>
              <a:buSzPts val="2400"/>
              <a:buNone/>
              <a:defRPr sz="2400">
                <a:solidFill>
                  <a:srgbClr val="142C4D"/>
                </a:solidFill>
              </a:defRPr>
            </a:lvl5pPr>
            <a:lvl6pPr lvl="5" rtl="0">
              <a:lnSpc>
                <a:spcPct val="100000"/>
              </a:lnSpc>
              <a:spcBef>
                <a:spcPts val="0"/>
              </a:spcBef>
              <a:spcAft>
                <a:spcPts val="0"/>
              </a:spcAft>
              <a:buClr>
                <a:srgbClr val="142C4D"/>
              </a:buClr>
              <a:buSzPts val="2400"/>
              <a:buNone/>
              <a:defRPr sz="2400">
                <a:solidFill>
                  <a:srgbClr val="142C4D"/>
                </a:solidFill>
              </a:defRPr>
            </a:lvl6pPr>
            <a:lvl7pPr lvl="6" rtl="0">
              <a:lnSpc>
                <a:spcPct val="100000"/>
              </a:lnSpc>
              <a:spcBef>
                <a:spcPts val="0"/>
              </a:spcBef>
              <a:spcAft>
                <a:spcPts val="0"/>
              </a:spcAft>
              <a:buClr>
                <a:srgbClr val="142C4D"/>
              </a:buClr>
              <a:buSzPts val="2400"/>
              <a:buNone/>
              <a:defRPr sz="2400">
                <a:solidFill>
                  <a:srgbClr val="142C4D"/>
                </a:solidFill>
              </a:defRPr>
            </a:lvl7pPr>
            <a:lvl8pPr lvl="7" rtl="0">
              <a:lnSpc>
                <a:spcPct val="100000"/>
              </a:lnSpc>
              <a:spcBef>
                <a:spcPts val="0"/>
              </a:spcBef>
              <a:spcAft>
                <a:spcPts val="0"/>
              </a:spcAft>
              <a:buClr>
                <a:srgbClr val="142C4D"/>
              </a:buClr>
              <a:buSzPts val="2400"/>
              <a:buNone/>
              <a:defRPr sz="2400">
                <a:solidFill>
                  <a:srgbClr val="142C4D"/>
                </a:solidFill>
              </a:defRPr>
            </a:lvl8pPr>
            <a:lvl9pPr lvl="8" rtl="0">
              <a:lnSpc>
                <a:spcPct val="100000"/>
              </a:lnSpc>
              <a:spcBef>
                <a:spcPts val="0"/>
              </a:spcBef>
              <a:spcAft>
                <a:spcPts val="0"/>
              </a:spcAft>
              <a:buClr>
                <a:srgbClr val="142C4D"/>
              </a:buClr>
              <a:buSzPts val="2400"/>
              <a:buNone/>
              <a:defRPr sz="2400">
                <a:solidFill>
                  <a:srgbClr val="142C4D"/>
                </a:solidFill>
              </a:defRPr>
            </a:lvl9pPr>
          </a:lstStyle>
          <a:p>
            <a:endParaRPr/>
          </a:p>
        </p:txBody>
      </p:sp>
      <p:sp>
        <p:nvSpPr>
          <p:cNvPr id="10" name="Google Shape;10;p2"/>
          <p:cNvSpPr txBox="1">
            <a:spLocks noGrp="1"/>
          </p:cNvSpPr>
          <p:nvPr>
            <p:ph type="title"/>
          </p:nvPr>
        </p:nvSpPr>
        <p:spPr>
          <a:xfrm>
            <a:off x="976803" y="2572161"/>
            <a:ext cx="7533300" cy="979200"/>
          </a:xfrm>
          <a:prstGeom prst="rect">
            <a:avLst/>
          </a:prstGeom>
        </p:spPr>
        <p:txBody>
          <a:bodyPr spcFirstLastPara="1" wrap="square" lIns="0" tIns="0" rIns="0" bIns="0" anchor="b" anchorCtr="0">
            <a:noAutofit/>
          </a:bodyPr>
          <a:lstStyle>
            <a:lvl1pPr lvl="0" rtl="0">
              <a:lnSpc>
                <a:spcPct val="105000"/>
              </a:lnSpc>
              <a:spcBef>
                <a:spcPts val="0"/>
              </a:spcBef>
              <a:spcAft>
                <a:spcPts val="0"/>
              </a:spcAft>
              <a:buNone/>
              <a:defRPr sz="4600">
                <a:solidFill>
                  <a:srgbClr val="1D0C35"/>
                </a:solidFill>
              </a:defRPr>
            </a:lvl1pPr>
            <a:lvl2pPr lvl="1" rtl="0">
              <a:lnSpc>
                <a:spcPct val="105000"/>
              </a:lnSpc>
              <a:spcBef>
                <a:spcPts val="0"/>
              </a:spcBef>
              <a:spcAft>
                <a:spcPts val="0"/>
              </a:spcAft>
              <a:buNone/>
              <a:defRPr sz="4600">
                <a:solidFill>
                  <a:srgbClr val="142C4D"/>
                </a:solidFill>
              </a:defRPr>
            </a:lvl2pPr>
            <a:lvl3pPr lvl="2" rtl="0">
              <a:lnSpc>
                <a:spcPct val="105000"/>
              </a:lnSpc>
              <a:spcBef>
                <a:spcPts val="0"/>
              </a:spcBef>
              <a:spcAft>
                <a:spcPts val="0"/>
              </a:spcAft>
              <a:buNone/>
              <a:defRPr sz="4600">
                <a:solidFill>
                  <a:srgbClr val="142C4D"/>
                </a:solidFill>
              </a:defRPr>
            </a:lvl3pPr>
            <a:lvl4pPr lvl="3" rtl="0">
              <a:lnSpc>
                <a:spcPct val="105000"/>
              </a:lnSpc>
              <a:spcBef>
                <a:spcPts val="0"/>
              </a:spcBef>
              <a:spcAft>
                <a:spcPts val="0"/>
              </a:spcAft>
              <a:buNone/>
              <a:defRPr sz="4600">
                <a:solidFill>
                  <a:srgbClr val="142C4D"/>
                </a:solidFill>
              </a:defRPr>
            </a:lvl4pPr>
            <a:lvl5pPr lvl="4" rtl="0">
              <a:lnSpc>
                <a:spcPct val="105000"/>
              </a:lnSpc>
              <a:spcBef>
                <a:spcPts val="0"/>
              </a:spcBef>
              <a:spcAft>
                <a:spcPts val="0"/>
              </a:spcAft>
              <a:buNone/>
              <a:defRPr sz="4600">
                <a:solidFill>
                  <a:srgbClr val="142C4D"/>
                </a:solidFill>
              </a:defRPr>
            </a:lvl5pPr>
            <a:lvl6pPr lvl="5" rtl="0">
              <a:lnSpc>
                <a:spcPct val="105000"/>
              </a:lnSpc>
              <a:spcBef>
                <a:spcPts val="0"/>
              </a:spcBef>
              <a:spcAft>
                <a:spcPts val="0"/>
              </a:spcAft>
              <a:buNone/>
              <a:defRPr sz="4600">
                <a:solidFill>
                  <a:srgbClr val="142C4D"/>
                </a:solidFill>
              </a:defRPr>
            </a:lvl6pPr>
            <a:lvl7pPr lvl="6" rtl="0">
              <a:lnSpc>
                <a:spcPct val="105000"/>
              </a:lnSpc>
              <a:spcBef>
                <a:spcPts val="0"/>
              </a:spcBef>
              <a:spcAft>
                <a:spcPts val="0"/>
              </a:spcAft>
              <a:buNone/>
              <a:defRPr sz="4600">
                <a:solidFill>
                  <a:srgbClr val="142C4D"/>
                </a:solidFill>
              </a:defRPr>
            </a:lvl7pPr>
            <a:lvl8pPr lvl="7" rtl="0">
              <a:lnSpc>
                <a:spcPct val="105000"/>
              </a:lnSpc>
              <a:spcBef>
                <a:spcPts val="0"/>
              </a:spcBef>
              <a:spcAft>
                <a:spcPts val="0"/>
              </a:spcAft>
              <a:buNone/>
              <a:defRPr sz="4600">
                <a:solidFill>
                  <a:srgbClr val="142C4D"/>
                </a:solidFill>
              </a:defRPr>
            </a:lvl8pPr>
            <a:lvl9pPr lvl="8" rtl="0">
              <a:lnSpc>
                <a:spcPct val="105000"/>
              </a:lnSpc>
              <a:spcBef>
                <a:spcPts val="0"/>
              </a:spcBef>
              <a:spcAft>
                <a:spcPts val="0"/>
              </a:spcAft>
              <a:buNone/>
              <a:defRPr sz="4600">
                <a:solidFill>
                  <a:srgbClr val="142C4D"/>
                </a:solidFill>
              </a:defRPr>
            </a:lvl9pPr>
          </a:lstStyle>
          <a:p>
            <a:endParaRPr/>
          </a:p>
        </p:txBody>
      </p:sp>
      <p:sp>
        <p:nvSpPr>
          <p:cNvPr id="11" name="Google Shape;11;p2"/>
          <p:cNvSpPr txBox="1">
            <a:spLocks noGrp="1"/>
          </p:cNvSpPr>
          <p:nvPr>
            <p:ph type="subTitle" idx="2"/>
          </p:nvPr>
        </p:nvSpPr>
        <p:spPr>
          <a:xfrm>
            <a:off x="976653" y="4889316"/>
            <a:ext cx="2040300" cy="605700"/>
          </a:xfrm>
          <a:prstGeom prst="rect">
            <a:avLst/>
          </a:prstGeom>
        </p:spPr>
        <p:txBody>
          <a:bodyPr spcFirstLastPara="1" wrap="square" lIns="0" tIns="0" rIns="0" bIns="0" anchor="t" anchorCtr="0">
            <a:noAutofit/>
          </a:bodyPr>
          <a:lstStyle>
            <a:lvl1pPr lvl="0" rtl="0">
              <a:lnSpc>
                <a:spcPct val="135000"/>
              </a:lnSpc>
              <a:spcBef>
                <a:spcPts val="0"/>
              </a:spcBef>
              <a:spcAft>
                <a:spcPts val="0"/>
              </a:spcAft>
              <a:buClr>
                <a:srgbClr val="1D0C35"/>
              </a:buClr>
              <a:buSzPts val="1200"/>
              <a:buNone/>
              <a:defRPr sz="1200">
                <a:solidFill>
                  <a:srgbClr val="1D0C35"/>
                </a:solidFill>
              </a:defRPr>
            </a:lvl1pPr>
            <a:lvl2pPr lvl="1" rtl="0">
              <a:lnSpc>
                <a:spcPct val="135000"/>
              </a:lnSpc>
              <a:spcBef>
                <a:spcPts val="0"/>
              </a:spcBef>
              <a:spcAft>
                <a:spcPts val="0"/>
              </a:spcAft>
              <a:buClr>
                <a:srgbClr val="1D0C35"/>
              </a:buClr>
              <a:buSzPts val="1200"/>
              <a:buNone/>
              <a:defRPr sz="1200">
                <a:solidFill>
                  <a:srgbClr val="1D0C35"/>
                </a:solidFill>
              </a:defRPr>
            </a:lvl2pPr>
            <a:lvl3pPr lvl="2" rtl="0">
              <a:lnSpc>
                <a:spcPct val="135000"/>
              </a:lnSpc>
              <a:spcBef>
                <a:spcPts val="0"/>
              </a:spcBef>
              <a:spcAft>
                <a:spcPts val="0"/>
              </a:spcAft>
              <a:buClr>
                <a:srgbClr val="1D0C35"/>
              </a:buClr>
              <a:buSzPts val="1200"/>
              <a:buNone/>
              <a:defRPr sz="1200">
                <a:solidFill>
                  <a:srgbClr val="1D0C35"/>
                </a:solidFill>
              </a:defRPr>
            </a:lvl3pPr>
            <a:lvl4pPr lvl="3" rtl="0">
              <a:lnSpc>
                <a:spcPct val="135000"/>
              </a:lnSpc>
              <a:spcBef>
                <a:spcPts val="0"/>
              </a:spcBef>
              <a:spcAft>
                <a:spcPts val="0"/>
              </a:spcAft>
              <a:buClr>
                <a:srgbClr val="1D0C35"/>
              </a:buClr>
              <a:buSzPts val="1200"/>
              <a:buNone/>
              <a:defRPr sz="1200">
                <a:solidFill>
                  <a:srgbClr val="1D0C35"/>
                </a:solidFill>
              </a:defRPr>
            </a:lvl4pPr>
            <a:lvl5pPr lvl="4" rtl="0">
              <a:lnSpc>
                <a:spcPct val="135000"/>
              </a:lnSpc>
              <a:spcBef>
                <a:spcPts val="0"/>
              </a:spcBef>
              <a:spcAft>
                <a:spcPts val="0"/>
              </a:spcAft>
              <a:buClr>
                <a:srgbClr val="1D0C35"/>
              </a:buClr>
              <a:buSzPts val="1200"/>
              <a:buNone/>
              <a:defRPr sz="1200">
                <a:solidFill>
                  <a:srgbClr val="1D0C35"/>
                </a:solidFill>
              </a:defRPr>
            </a:lvl5pPr>
            <a:lvl6pPr lvl="5" rtl="0">
              <a:lnSpc>
                <a:spcPct val="135000"/>
              </a:lnSpc>
              <a:spcBef>
                <a:spcPts val="0"/>
              </a:spcBef>
              <a:spcAft>
                <a:spcPts val="0"/>
              </a:spcAft>
              <a:buClr>
                <a:srgbClr val="1D0C35"/>
              </a:buClr>
              <a:buSzPts val="1200"/>
              <a:buNone/>
              <a:defRPr sz="1200">
                <a:solidFill>
                  <a:srgbClr val="1D0C35"/>
                </a:solidFill>
              </a:defRPr>
            </a:lvl6pPr>
            <a:lvl7pPr lvl="6" rtl="0">
              <a:lnSpc>
                <a:spcPct val="135000"/>
              </a:lnSpc>
              <a:spcBef>
                <a:spcPts val="0"/>
              </a:spcBef>
              <a:spcAft>
                <a:spcPts val="0"/>
              </a:spcAft>
              <a:buClr>
                <a:srgbClr val="1D0C35"/>
              </a:buClr>
              <a:buSzPts val="1200"/>
              <a:buNone/>
              <a:defRPr sz="1200">
                <a:solidFill>
                  <a:srgbClr val="1D0C35"/>
                </a:solidFill>
              </a:defRPr>
            </a:lvl7pPr>
            <a:lvl8pPr lvl="7" rtl="0">
              <a:lnSpc>
                <a:spcPct val="135000"/>
              </a:lnSpc>
              <a:spcBef>
                <a:spcPts val="0"/>
              </a:spcBef>
              <a:spcAft>
                <a:spcPts val="0"/>
              </a:spcAft>
              <a:buClr>
                <a:srgbClr val="1D0C35"/>
              </a:buClr>
              <a:buSzPts val="1200"/>
              <a:buNone/>
              <a:defRPr sz="1200">
                <a:solidFill>
                  <a:srgbClr val="1D0C35"/>
                </a:solidFill>
              </a:defRPr>
            </a:lvl8pPr>
            <a:lvl9pPr lvl="8" rtl="0">
              <a:lnSpc>
                <a:spcPct val="135000"/>
              </a:lnSpc>
              <a:spcBef>
                <a:spcPts val="0"/>
              </a:spcBef>
              <a:spcAft>
                <a:spcPts val="0"/>
              </a:spcAft>
              <a:buClr>
                <a:srgbClr val="1D0C35"/>
              </a:buClr>
              <a:buSzPts val="1200"/>
              <a:buNone/>
              <a:defRPr sz="1200">
                <a:solidFill>
                  <a:srgbClr val="1D0C35"/>
                </a:solidFill>
              </a:defRPr>
            </a:lvl9pPr>
          </a:lstStyle>
          <a:p>
            <a:endParaRPr/>
          </a:p>
        </p:txBody>
      </p:sp>
      <p:sp>
        <p:nvSpPr>
          <p:cNvPr id="12" name="Google Shape;12;p2"/>
          <p:cNvSpPr txBox="1">
            <a:spLocks noGrp="1"/>
          </p:cNvSpPr>
          <p:nvPr>
            <p:ph type="subTitle" idx="3"/>
          </p:nvPr>
        </p:nvSpPr>
        <p:spPr>
          <a:xfrm>
            <a:off x="3364778" y="4889316"/>
            <a:ext cx="2040300" cy="605700"/>
          </a:xfrm>
          <a:prstGeom prst="rect">
            <a:avLst/>
          </a:prstGeom>
        </p:spPr>
        <p:txBody>
          <a:bodyPr spcFirstLastPara="1" wrap="square" lIns="0" tIns="0" rIns="0" bIns="0" anchor="t" anchorCtr="0">
            <a:noAutofit/>
          </a:bodyPr>
          <a:lstStyle>
            <a:lvl1pPr lvl="0" rtl="0">
              <a:lnSpc>
                <a:spcPct val="135000"/>
              </a:lnSpc>
              <a:spcBef>
                <a:spcPts val="0"/>
              </a:spcBef>
              <a:spcAft>
                <a:spcPts val="0"/>
              </a:spcAft>
              <a:buClr>
                <a:srgbClr val="1D0C35"/>
              </a:buClr>
              <a:buSzPts val="1200"/>
              <a:buNone/>
              <a:defRPr sz="1200">
                <a:solidFill>
                  <a:srgbClr val="1D0C35"/>
                </a:solidFill>
              </a:defRPr>
            </a:lvl1pPr>
            <a:lvl2pPr lvl="1" rtl="0">
              <a:lnSpc>
                <a:spcPct val="135000"/>
              </a:lnSpc>
              <a:spcBef>
                <a:spcPts val="0"/>
              </a:spcBef>
              <a:spcAft>
                <a:spcPts val="0"/>
              </a:spcAft>
              <a:buClr>
                <a:srgbClr val="1D0C35"/>
              </a:buClr>
              <a:buSzPts val="1200"/>
              <a:buNone/>
              <a:defRPr sz="1200">
                <a:solidFill>
                  <a:srgbClr val="1D0C35"/>
                </a:solidFill>
              </a:defRPr>
            </a:lvl2pPr>
            <a:lvl3pPr lvl="2" rtl="0">
              <a:lnSpc>
                <a:spcPct val="135000"/>
              </a:lnSpc>
              <a:spcBef>
                <a:spcPts val="0"/>
              </a:spcBef>
              <a:spcAft>
                <a:spcPts val="0"/>
              </a:spcAft>
              <a:buClr>
                <a:srgbClr val="1D0C35"/>
              </a:buClr>
              <a:buSzPts val="1200"/>
              <a:buNone/>
              <a:defRPr sz="1200">
                <a:solidFill>
                  <a:srgbClr val="1D0C35"/>
                </a:solidFill>
              </a:defRPr>
            </a:lvl3pPr>
            <a:lvl4pPr lvl="3" rtl="0">
              <a:lnSpc>
                <a:spcPct val="135000"/>
              </a:lnSpc>
              <a:spcBef>
                <a:spcPts val="0"/>
              </a:spcBef>
              <a:spcAft>
                <a:spcPts val="0"/>
              </a:spcAft>
              <a:buClr>
                <a:srgbClr val="1D0C35"/>
              </a:buClr>
              <a:buSzPts val="1200"/>
              <a:buNone/>
              <a:defRPr sz="1200">
                <a:solidFill>
                  <a:srgbClr val="1D0C35"/>
                </a:solidFill>
              </a:defRPr>
            </a:lvl4pPr>
            <a:lvl5pPr lvl="4" rtl="0">
              <a:lnSpc>
                <a:spcPct val="135000"/>
              </a:lnSpc>
              <a:spcBef>
                <a:spcPts val="0"/>
              </a:spcBef>
              <a:spcAft>
                <a:spcPts val="0"/>
              </a:spcAft>
              <a:buClr>
                <a:srgbClr val="1D0C35"/>
              </a:buClr>
              <a:buSzPts val="1200"/>
              <a:buNone/>
              <a:defRPr sz="1200">
                <a:solidFill>
                  <a:srgbClr val="1D0C35"/>
                </a:solidFill>
              </a:defRPr>
            </a:lvl5pPr>
            <a:lvl6pPr lvl="5" rtl="0">
              <a:lnSpc>
                <a:spcPct val="135000"/>
              </a:lnSpc>
              <a:spcBef>
                <a:spcPts val="0"/>
              </a:spcBef>
              <a:spcAft>
                <a:spcPts val="0"/>
              </a:spcAft>
              <a:buClr>
                <a:srgbClr val="1D0C35"/>
              </a:buClr>
              <a:buSzPts val="1200"/>
              <a:buNone/>
              <a:defRPr sz="1200">
                <a:solidFill>
                  <a:srgbClr val="1D0C35"/>
                </a:solidFill>
              </a:defRPr>
            </a:lvl6pPr>
            <a:lvl7pPr lvl="6" rtl="0">
              <a:lnSpc>
                <a:spcPct val="135000"/>
              </a:lnSpc>
              <a:spcBef>
                <a:spcPts val="0"/>
              </a:spcBef>
              <a:spcAft>
                <a:spcPts val="0"/>
              </a:spcAft>
              <a:buClr>
                <a:srgbClr val="1D0C35"/>
              </a:buClr>
              <a:buSzPts val="1200"/>
              <a:buNone/>
              <a:defRPr sz="1200">
                <a:solidFill>
                  <a:srgbClr val="1D0C35"/>
                </a:solidFill>
              </a:defRPr>
            </a:lvl7pPr>
            <a:lvl8pPr lvl="7" rtl="0">
              <a:lnSpc>
                <a:spcPct val="135000"/>
              </a:lnSpc>
              <a:spcBef>
                <a:spcPts val="0"/>
              </a:spcBef>
              <a:spcAft>
                <a:spcPts val="0"/>
              </a:spcAft>
              <a:buClr>
                <a:srgbClr val="1D0C35"/>
              </a:buClr>
              <a:buSzPts val="1200"/>
              <a:buNone/>
              <a:defRPr sz="1200">
                <a:solidFill>
                  <a:srgbClr val="1D0C35"/>
                </a:solidFill>
              </a:defRPr>
            </a:lvl8pPr>
            <a:lvl9pPr lvl="8" rtl="0">
              <a:lnSpc>
                <a:spcPct val="135000"/>
              </a:lnSpc>
              <a:spcBef>
                <a:spcPts val="0"/>
              </a:spcBef>
              <a:spcAft>
                <a:spcPts val="0"/>
              </a:spcAft>
              <a:buClr>
                <a:srgbClr val="1D0C35"/>
              </a:buClr>
              <a:buSzPts val="1200"/>
              <a:buNone/>
              <a:defRPr sz="1200">
                <a:solidFill>
                  <a:srgbClr val="1D0C35"/>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RHS+AF - Open Slide - Light">
  <p:cSld name="TITLE_1">
    <p:bg>
      <p:bgPr>
        <a:blipFill>
          <a:blip r:embed="rId2">
            <a:alphaModFix/>
          </a:blip>
          <a:stretch>
            <a:fillRect/>
          </a:stretch>
        </a:blipFill>
        <a:effectLst/>
      </p:bgPr>
    </p:bg>
    <p:spTree>
      <p:nvGrpSpPr>
        <p:cNvPr id="1" name="Shape 13"/>
        <p:cNvGrpSpPr/>
        <p:nvPr/>
      </p:nvGrpSpPr>
      <p:grpSpPr>
        <a:xfrm>
          <a:off x="0" y="0"/>
          <a:ext cx="0" cy="0"/>
          <a:chOff x="0" y="0"/>
          <a:chExt cx="0" cy="0"/>
        </a:xfrm>
      </p:grpSpPr>
      <p:sp>
        <p:nvSpPr>
          <p:cNvPr id="14" name="Google Shape;14;p3"/>
          <p:cNvSpPr txBox="1">
            <a:spLocks noGrp="1"/>
          </p:cNvSpPr>
          <p:nvPr>
            <p:ph type="subTitle" idx="1"/>
          </p:nvPr>
        </p:nvSpPr>
        <p:spPr>
          <a:xfrm>
            <a:off x="976653" y="3729441"/>
            <a:ext cx="7533300" cy="914400"/>
          </a:xfrm>
          <a:prstGeom prst="rect">
            <a:avLst/>
          </a:prstGeom>
        </p:spPr>
        <p:txBody>
          <a:bodyPr spcFirstLastPara="1" wrap="square" lIns="0" tIns="0" rIns="0" bIns="0" anchor="t" anchorCtr="0">
            <a:noAutofit/>
          </a:bodyPr>
          <a:lstStyle>
            <a:lvl1pPr lvl="0">
              <a:lnSpc>
                <a:spcPct val="100000"/>
              </a:lnSpc>
              <a:spcBef>
                <a:spcPts val="0"/>
              </a:spcBef>
              <a:spcAft>
                <a:spcPts val="0"/>
              </a:spcAft>
              <a:buClr>
                <a:srgbClr val="1D0C35"/>
              </a:buClr>
              <a:buSzPts val="2400"/>
              <a:buNone/>
              <a:defRPr sz="2400">
                <a:solidFill>
                  <a:srgbClr val="1D0C35"/>
                </a:solidFill>
              </a:defRPr>
            </a:lvl1pPr>
            <a:lvl2pPr lvl="1">
              <a:lnSpc>
                <a:spcPct val="100000"/>
              </a:lnSpc>
              <a:spcBef>
                <a:spcPts val="0"/>
              </a:spcBef>
              <a:spcAft>
                <a:spcPts val="0"/>
              </a:spcAft>
              <a:buClr>
                <a:srgbClr val="142C4D"/>
              </a:buClr>
              <a:buSzPts val="2400"/>
              <a:buNone/>
              <a:defRPr sz="2400">
                <a:solidFill>
                  <a:srgbClr val="142C4D"/>
                </a:solidFill>
              </a:defRPr>
            </a:lvl2pPr>
            <a:lvl3pPr lvl="2">
              <a:lnSpc>
                <a:spcPct val="100000"/>
              </a:lnSpc>
              <a:spcBef>
                <a:spcPts val="0"/>
              </a:spcBef>
              <a:spcAft>
                <a:spcPts val="0"/>
              </a:spcAft>
              <a:buClr>
                <a:srgbClr val="142C4D"/>
              </a:buClr>
              <a:buSzPts val="2400"/>
              <a:buNone/>
              <a:defRPr sz="2400">
                <a:solidFill>
                  <a:srgbClr val="142C4D"/>
                </a:solidFill>
              </a:defRPr>
            </a:lvl3pPr>
            <a:lvl4pPr lvl="3">
              <a:lnSpc>
                <a:spcPct val="100000"/>
              </a:lnSpc>
              <a:spcBef>
                <a:spcPts val="0"/>
              </a:spcBef>
              <a:spcAft>
                <a:spcPts val="0"/>
              </a:spcAft>
              <a:buClr>
                <a:srgbClr val="142C4D"/>
              </a:buClr>
              <a:buSzPts val="2400"/>
              <a:buNone/>
              <a:defRPr sz="2400">
                <a:solidFill>
                  <a:srgbClr val="142C4D"/>
                </a:solidFill>
              </a:defRPr>
            </a:lvl4pPr>
            <a:lvl5pPr lvl="4">
              <a:lnSpc>
                <a:spcPct val="100000"/>
              </a:lnSpc>
              <a:spcBef>
                <a:spcPts val="0"/>
              </a:spcBef>
              <a:spcAft>
                <a:spcPts val="0"/>
              </a:spcAft>
              <a:buClr>
                <a:srgbClr val="142C4D"/>
              </a:buClr>
              <a:buSzPts val="2400"/>
              <a:buNone/>
              <a:defRPr sz="2400">
                <a:solidFill>
                  <a:srgbClr val="142C4D"/>
                </a:solidFill>
              </a:defRPr>
            </a:lvl5pPr>
            <a:lvl6pPr lvl="5">
              <a:lnSpc>
                <a:spcPct val="100000"/>
              </a:lnSpc>
              <a:spcBef>
                <a:spcPts val="0"/>
              </a:spcBef>
              <a:spcAft>
                <a:spcPts val="0"/>
              </a:spcAft>
              <a:buClr>
                <a:srgbClr val="142C4D"/>
              </a:buClr>
              <a:buSzPts val="2400"/>
              <a:buNone/>
              <a:defRPr sz="2400">
                <a:solidFill>
                  <a:srgbClr val="142C4D"/>
                </a:solidFill>
              </a:defRPr>
            </a:lvl6pPr>
            <a:lvl7pPr lvl="6">
              <a:lnSpc>
                <a:spcPct val="100000"/>
              </a:lnSpc>
              <a:spcBef>
                <a:spcPts val="0"/>
              </a:spcBef>
              <a:spcAft>
                <a:spcPts val="0"/>
              </a:spcAft>
              <a:buClr>
                <a:srgbClr val="142C4D"/>
              </a:buClr>
              <a:buSzPts val="2400"/>
              <a:buNone/>
              <a:defRPr sz="2400">
                <a:solidFill>
                  <a:srgbClr val="142C4D"/>
                </a:solidFill>
              </a:defRPr>
            </a:lvl7pPr>
            <a:lvl8pPr lvl="7">
              <a:lnSpc>
                <a:spcPct val="100000"/>
              </a:lnSpc>
              <a:spcBef>
                <a:spcPts val="0"/>
              </a:spcBef>
              <a:spcAft>
                <a:spcPts val="0"/>
              </a:spcAft>
              <a:buClr>
                <a:srgbClr val="142C4D"/>
              </a:buClr>
              <a:buSzPts val="2400"/>
              <a:buNone/>
              <a:defRPr sz="2400">
                <a:solidFill>
                  <a:srgbClr val="142C4D"/>
                </a:solidFill>
              </a:defRPr>
            </a:lvl8pPr>
            <a:lvl9pPr lvl="8">
              <a:lnSpc>
                <a:spcPct val="100000"/>
              </a:lnSpc>
              <a:spcBef>
                <a:spcPts val="0"/>
              </a:spcBef>
              <a:spcAft>
                <a:spcPts val="0"/>
              </a:spcAft>
              <a:buClr>
                <a:srgbClr val="142C4D"/>
              </a:buClr>
              <a:buSzPts val="2400"/>
              <a:buNone/>
              <a:defRPr sz="2400">
                <a:solidFill>
                  <a:srgbClr val="142C4D"/>
                </a:solidFill>
              </a:defRPr>
            </a:lvl9pPr>
          </a:lstStyle>
          <a:p>
            <a:endParaRPr/>
          </a:p>
        </p:txBody>
      </p:sp>
      <p:sp>
        <p:nvSpPr>
          <p:cNvPr id="15" name="Google Shape;15;p3"/>
          <p:cNvSpPr txBox="1">
            <a:spLocks noGrp="1"/>
          </p:cNvSpPr>
          <p:nvPr>
            <p:ph type="title"/>
          </p:nvPr>
        </p:nvSpPr>
        <p:spPr>
          <a:xfrm>
            <a:off x="976803" y="2572161"/>
            <a:ext cx="7533300" cy="979200"/>
          </a:xfrm>
          <a:prstGeom prst="rect">
            <a:avLst/>
          </a:prstGeom>
        </p:spPr>
        <p:txBody>
          <a:bodyPr spcFirstLastPara="1" wrap="square" lIns="0" tIns="0" rIns="0" bIns="0" anchor="b" anchorCtr="0">
            <a:noAutofit/>
          </a:bodyPr>
          <a:lstStyle>
            <a:lvl1pPr lvl="0">
              <a:lnSpc>
                <a:spcPct val="105000"/>
              </a:lnSpc>
              <a:spcBef>
                <a:spcPts val="0"/>
              </a:spcBef>
              <a:spcAft>
                <a:spcPts val="0"/>
              </a:spcAft>
              <a:buNone/>
              <a:defRPr sz="4600">
                <a:solidFill>
                  <a:srgbClr val="1D0C35"/>
                </a:solidFill>
              </a:defRPr>
            </a:lvl1pPr>
            <a:lvl2pPr lvl="1">
              <a:lnSpc>
                <a:spcPct val="105000"/>
              </a:lnSpc>
              <a:spcBef>
                <a:spcPts val="0"/>
              </a:spcBef>
              <a:spcAft>
                <a:spcPts val="0"/>
              </a:spcAft>
              <a:buNone/>
              <a:defRPr sz="4600">
                <a:solidFill>
                  <a:srgbClr val="142C4D"/>
                </a:solidFill>
              </a:defRPr>
            </a:lvl2pPr>
            <a:lvl3pPr lvl="2">
              <a:lnSpc>
                <a:spcPct val="105000"/>
              </a:lnSpc>
              <a:spcBef>
                <a:spcPts val="0"/>
              </a:spcBef>
              <a:spcAft>
                <a:spcPts val="0"/>
              </a:spcAft>
              <a:buNone/>
              <a:defRPr sz="4600">
                <a:solidFill>
                  <a:srgbClr val="142C4D"/>
                </a:solidFill>
              </a:defRPr>
            </a:lvl3pPr>
            <a:lvl4pPr lvl="3">
              <a:lnSpc>
                <a:spcPct val="105000"/>
              </a:lnSpc>
              <a:spcBef>
                <a:spcPts val="0"/>
              </a:spcBef>
              <a:spcAft>
                <a:spcPts val="0"/>
              </a:spcAft>
              <a:buNone/>
              <a:defRPr sz="4600">
                <a:solidFill>
                  <a:srgbClr val="142C4D"/>
                </a:solidFill>
              </a:defRPr>
            </a:lvl4pPr>
            <a:lvl5pPr lvl="4">
              <a:lnSpc>
                <a:spcPct val="105000"/>
              </a:lnSpc>
              <a:spcBef>
                <a:spcPts val="0"/>
              </a:spcBef>
              <a:spcAft>
                <a:spcPts val="0"/>
              </a:spcAft>
              <a:buNone/>
              <a:defRPr sz="4600">
                <a:solidFill>
                  <a:srgbClr val="142C4D"/>
                </a:solidFill>
              </a:defRPr>
            </a:lvl5pPr>
            <a:lvl6pPr lvl="5">
              <a:lnSpc>
                <a:spcPct val="105000"/>
              </a:lnSpc>
              <a:spcBef>
                <a:spcPts val="0"/>
              </a:spcBef>
              <a:spcAft>
                <a:spcPts val="0"/>
              </a:spcAft>
              <a:buNone/>
              <a:defRPr sz="4600">
                <a:solidFill>
                  <a:srgbClr val="142C4D"/>
                </a:solidFill>
              </a:defRPr>
            </a:lvl6pPr>
            <a:lvl7pPr lvl="6">
              <a:lnSpc>
                <a:spcPct val="105000"/>
              </a:lnSpc>
              <a:spcBef>
                <a:spcPts val="0"/>
              </a:spcBef>
              <a:spcAft>
                <a:spcPts val="0"/>
              </a:spcAft>
              <a:buNone/>
              <a:defRPr sz="4600">
                <a:solidFill>
                  <a:srgbClr val="142C4D"/>
                </a:solidFill>
              </a:defRPr>
            </a:lvl7pPr>
            <a:lvl8pPr lvl="7">
              <a:lnSpc>
                <a:spcPct val="105000"/>
              </a:lnSpc>
              <a:spcBef>
                <a:spcPts val="0"/>
              </a:spcBef>
              <a:spcAft>
                <a:spcPts val="0"/>
              </a:spcAft>
              <a:buNone/>
              <a:defRPr sz="4600">
                <a:solidFill>
                  <a:srgbClr val="142C4D"/>
                </a:solidFill>
              </a:defRPr>
            </a:lvl8pPr>
            <a:lvl9pPr lvl="8">
              <a:lnSpc>
                <a:spcPct val="105000"/>
              </a:lnSpc>
              <a:spcBef>
                <a:spcPts val="0"/>
              </a:spcBef>
              <a:spcAft>
                <a:spcPts val="0"/>
              </a:spcAft>
              <a:buNone/>
              <a:defRPr sz="4600">
                <a:solidFill>
                  <a:srgbClr val="142C4D"/>
                </a:solidFill>
              </a:defRPr>
            </a:lvl9pPr>
          </a:lstStyle>
          <a:p>
            <a:endParaRPr/>
          </a:p>
        </p:txBody>
      </p:sp>
      <p:sp>
        <p:nvSpPr>
          <p:cNvPr id="16" name="Google Shape;16;p3"/>
          <p:cNvSpPr txBox="1">
            <a:spLocks noGrp="1"/>
          </p:cNvSpPr>
          <p:nvPr>
            <p:ph type="subTitle" idx="2"/>
          </p:nvPr>
        </p:nvSpPr>
        <p:spPr>
          <a:xfrm>
            <a:off x="976653" y="4889316"/>
            <a:ext cx="2040300" cy="605700"/>
          </a:xfrm>
          <a:prstGeom prst="rect">
            <a:avLst/>
          </a:prstGeom>
        </p:spPr>
        <p:txBody>
          <a:bodyPr spcFirstLastPara="1" wrap="square" lIns="0" tIns="0" rIns="0" bIns="0" anchor="t" anchorCtr="0">
            <a:noAutofit/>
          </a:bodyPr>
          <a:lstStyle>
            <a:lvl1pPr lvl="0">
              <a:lnSpc>
                <a:spcPct val="135000"/>
              </a:lnSpc>
              <a:spcBef>
                <a:spcPts val="0"/>
              </a:spcBef>
              <a:spcAft>
                <a:spcPts val="0"/>
              </a:spcAft>
              <a:buClr>
                <a:srgbClr val="1D0C35"/>
              </a:buClr>
              <a:buSzPts val="1200"/>
              <a:buNone/>
              <a:defRPr sz="1200">
                <a:solidFill>
                  <a:srgbClr val="1D0C35"/>
                </a:solidFill>
              </a:defRPr>
            </a:lvl1pPr>
            <a:lvl2pPr lvl="1">
              <a:lnSpc>
                <a:spcPct val="135000"/>
              </a:lnSpc>
              <a:spcBef>
                <a:spcPts val="0"/>
              </a:spcBef>
              <a:spcAft>
                <a:spcPts val="0"/>
              </a:spcAft>
              <a:buClr>
                <a:srgbClr val="1D0C35"/>
              </a:buClr>
              <a:buSzPts val="1200"/>
              <a:buNone/>
              <a:defRPr sz="1200">
                <a:solidFill>
                  <a:srgbClr val="1D0C35"/>
                </a:solidFill>
              </a:defRPr>
            </a:lvl2pPr>
            <a:lvl3pPr lvl="2">
              <a:lnSpc>
                <a:spcPct val="135000"/>
              </a:lnSpc>
              <a:spcBef>
                <a:spcPts val="0"/>
              </a:spcBef>
              <a:spcAft>
                <a:spcPts val="0"/>
              </a:spcAft>
              <a:buClr>
                <a:srgbClr val="1D0C35"/>
              </a:buClr>
              <a:buSzPts val="1200"/>
              <a:buNone/>
              <a:defRPr sz="1200">
                <a:solidFill>
                  <a:srgbClr val="1D0C35"/>
                </a:solidFill>
              </a:defRPr>
            </a:lvl3pPr>
            <a:lvl4pPr lvl="3">
              <a:lnSpc>
                <a:spcPct val="135000"/>
              </a:lnSpc>
              <a:spcBef>
                <a:spcPts val="0"/>
              </a:spcBef>
              <a:spcAft>
                <a:spcPts val="0"/>
              </a:spcAft>
              <a:buClr>
                <a:srgbClr val="1D0C35"/>
              </a:buClr>
              <a:buSzPts val="1200"/>
              <a:buNone/>
              <a:defRPr sz="1200">
                <a:solidFill>
                  <a:srgbClr val="1D0C35"/>
                </a:solidFill>
              </a:defRPr>
            </a:lvl4pPr>
            <a:lvl5pPr lvl="4">
              <a:lnSpc>
                <a:spcPct val="135000"/>
              </a:lnSpc>
              <a:spcBef>
                <a:spcPts val="0"/>
              </a:spcBef>
              <a:spcAft>
                <a:spcPts val="0"/>
              </a:spcAft>
              <a:buClr>
                <a:srgbClr val="1D0C35"/>
              </a:buClr>
              <a:buSzPts val="1200"/>
              <a:buNone/>
              <a:defRPr sz="1200">
                <a:solidFill>
                  <a:srgbClr val="1D0C35"/>
                </a:solidFill>
              </a:defRPr>
            </a:lvl5pPr>
            <a:lvl6pPr lvl="5">
              <a:lnSpc>
                <a:spcPct val="135000"/>
              </a:lnSpc>
              <a:spcBef>
                <a:spcPts val="0"/>
              </a:spcBef>
              <a:spcAft>
                <a:spcPts val="0"/>
              </a:spcAft>
              <a:buClr>
                <a:srgbClr val="1D0C35"/>
              </a:buClr>
              <a:buSzPts val="1200"/>
              <a:buNone/>
              <a:defRPr sz="1200">
                <a:solidFill>
                  <a:srgbClr val="1D0C35"/>
                </a:solidFill>
              </a:defRPr>
            </a:lvl6pPr>
            <a:lvl7pPr lvl="6">
              <a:lnSpc>
                <a:spcPct val="135000"/>
              </a:lnSpc>
              <a:spcBef>
                <a:spcPts val="0"/>
              </a:spcBef>
              <a:spcAft>
                <a:spcPts val="0"/>
              </a:spcAft>
              <a:buClr>
                <a:srgbClr val="1D0C35"/>
              </a:buClr>
              <a:buSzPts val="1200"/>
              <a:buNone/>
              <a:defRPr sz="1200">
                <a:solidFill>
                  <a:srgbClr val="1D0C35"/>
                </a:solidFill>
              </a:defRPr>
            </a:lvl7pPr>
            <a:lvl8pPr lvl="7">
              <a:lnSpc>
                <a:spcPct val="135000"/>
              </a:lnSpc>
              <a:spcBef>
                <a:spcPts val="0"/>
              </a:spcBef>
              <a:spcAft>
                <a:spcPts val="0"/>
              </a:spcAft>
              <a:buClr>
                <a:srgbClr val="1D0C35"/>
              </a:buClr>
              <a:buSzPts val="1200"/>
              <a:buNone/>
              <a:defRPr sz="1200">
                <a:solidFill>
                  <a:srgbClr val="1D0C35"/>
                </a:solidFill>
              </a:defRPr>
            </a:lvl8pPr>
            <a:lvl9pPr lvl="8">
              <a:lnSpc>
                <a:spcPct val="135000"/>
              </a:lnSpc>
              <a:spcBef>
                <a:spcPts val="0"/>
              </a:spcBef>
              <a:spcAft>
                <a:spcPts val="0"/>
              </a:spcAft>
              <a:buClr>
                <a:srgbClr val="1D0C35"/>
              </a:buClr>
              <a:buSzPts val="1200"/>
              <a:buNone/>
              <a:defRPr sz="1200">
                <a:solidFill>
                  <a:srgbClr val="1D0C35"/>
                </a:solidFill>
              </a:defRPr>
            </a:lvl9pPr>
          </a:lstStyle>
          <a:p>
            <a:endParaRPr/>
          </a:p>
        </p:txBody>
      </p:sp>
      <p:sp>
        <p:nvSpPr>
          <p:cNvPr id="17" name="Google Shape;17;p3"/>
          <p:cNvSpPr txBox="1">
            <a:spLocks noGrp="1"/>
          </p:cNvSpPr>
          <p:nvPr>
            <p:ph type="subTitle" idx="3"/>
          </p:nvPr>
        </p:nvSpPr>
        <p:spPr>
          <a:xfrm>
            <a:off x="3364778" y="4889316"/>
            <a:ext cx="2040300" cy="605700"/>
          </a:xfrm>
          <a:prstGeom prst="rect">
            <a:avLst/>
          </a:prstGeom>
        </p:spPr>
        <p:txBody>
          <a:bodyPr spcFirstLastPara="1" wrap="square" lIns="0" tIns="0" rIns="0" bIns="0" anchor="t" anchorCtr="0">
            <a:noAutofit/>
          </a:bodyPr>
          <a:lstStyle>
            <a:lvl1pPr lvl="0">
              <a:lnSpc>
                <a:spcPct val="135000"/>
              </a:lnSpc>
              <a:spcBef>
                <a:spcPts val="0"/>
              </a:spcBef>
              <a:spcAft>
                <a:spcPts val="0"/>
              </a:spcAft>
              <a:buClr>
                <a:srgbClr val="1D0C35"/>
              </a:buClr>
              <a:buSzPts val="1200"/>
              <a:buNone/>
              <a:defRPr sz="1200">
                <a:solidFill>
                  <a:srgbClr val="1D0C35"/>
                </a:solidFill>
              </a:defRPr>
            </a:lvl1pPr>
            <a:lvl2pPr lvl="1">
              <a:lnSpc>
                <a:spcPct val="135000"/>
              </a:lnSpc>
              <a:spcBef>
                <a:spcPts val="0"/>
              </a:spcBef>
              <a:spcAft>
                <a:spcPts val="0"/>
              </a:spcAft>
              <a:buClr>
                <a:srgbClr val="1D0C35"/>
              </a:buClr>
              <a:buSzPts val="1200"/>
              <a:buNone/>
              <a:defRPr sz="1200">
                <a:solidFill>
                  <a:srgbClr val="1D0C35"/>
                </a:solidFill>
              </a:defRPr>
            </a:lvl2pPr>
            <a:lvl3pPr lvl="2">
              <a:lnSpc>
                <a:spcPct val="135000"/>
              </a:lnSpc>
              <a:spcBef>
                <a:spcPts val="0"/>
              </a:spcBef>
              <a:spcAft>
                <a:spcPts val="0"/>
              </a:spcAft>
              <a:buClr>
                <a:srgbClr val="1D0C35"/>
              </a:buClr>
              <a:buSzPts val="1200"/>
              <a:buNone/>
              <a:defRPr sz="1200">
                <a:solidFill>
                  <a:srgbClr val="1D0C35"/>
                </a:solidFill>
              </a:defRPr>
            </a:lvl3pPr>
            <a:lvl4pPr lvl="3">
              <a:lnSpc>
                <a:spcPct val="135000"/>
              </a:lnSpc>
              <a:spcBef>
                <a:spcPts val="0"/>
              </a:spcBef>
              <a:spcAft>
                <a:spcPts val="0"/>
              </a:spcAft>
              <a:buClr>
                <a:srgbClr val="1D0C35"/>
              </a:buClr>
              <a:buSzPts val="1200"/>
              <a:buNone/>
              <a:defRPr sz="1200">
                <a:solidFill>
                  <a:srgbClr val="1D0C35"/>
                </a:solidFill>
              </a:defRPr>
            </a:lvl4pPr>
            <a:lvl5pPr lvl="4">
              <a:lnSpc>
                <a:spcPct val="135000"/>
              </a:lnSpc>
              <a:spcBef>
                <a:spcPts val="0"/>
              </a:spcBef>
              <a:spcAft>
                <a:spcPts val="0"/>
              </a:spcAft>
              <a:buClr>
                <a:srgbClr val="1D0C35"/>
              </a:buClr>
              <a:buSzPts val="1200"/>
              <a:buNone/>
              <a:defRPr sz="1200">
                <a:solidFill>
                  <a:srgbClr val="1D0C35"/>
                </a:solidFill>
              </a:defRPr>
            </a:lvl5pPr>
            <a:lvl6pPr lvl="5">
              <a:lnSpc>
                <a:spcPct val="135000"/>
              </a:lnSpc>
              <a:spcBef>
                <a:spcPts val="0"/>
              </a:spcBef>
              <a:spcAft>
                <a:spcPts val="0"/>
              </a:spcAft>
              <a:buClr>
                <a:srgbClr val="1D0C35"/>
              </a:buClr>
              <a:buSzPts val="1200"/>
              <a:buNone/>
              <a:defRPr sz="1200">
                <a:solidFill>
                  <a:srgbClr val="1D0C35"/>
                </a:solidFill>
              </a:defRPr>
            </a:lvl6pPr>
            <a:lvl7pPr lvl="6">
              <a:lnSpc>
                <a:spcPct val="135000"/>
              </a:lnSpc>
              <a:spcBef>
                <a:spcPts val="0"/>
              </a:spcBef>
              <a:spcAft>
                <a:spcPts val="0"/>
              </a:spcAft>
              <a:buClr>
                <a:srgbClr val="1D0C35"/>
              </a:buClr>
              <a:buSzPts val="1200"/>
              <a:buNone/>
              <a:defRPr sz="1200">
                <a:solidFill>
                  <a:srgbClr val="1D0C35"/>
                </a:solidFill>
              </a:defRPr>
            </a:lvl7pPr>
            <a:lvl8pPr lvl="7">
              <a:lnSpc>
                <a:spcPct val="135000"/>
              </a:lnSpc>
              <a:spcBef>
                <a:spcPts val="0"/>
              </a:spcBef>
              <a:spcAft>
                <a:spcPts val="0"/>
              </a:spcAft>
              <a:buClr>
                <a:srgbClr val="1D0C35"/>
              </a:buClr>
              <a:buSzPts val="1200"/>
              <a:buNone/>
              <a:defRPr sz="1200">
                <a:solidFill>
                  <a:srgbClr val="1D0C35"/>
                </a:solidFill>
              </a:defRPr>
            </a:lvl8pPr>
            <a:lvl9pPr lvl="8">
              <a:lnSpc>
                <a:spcPct val="135000"/>
              </a:lnSpc>
              <a:spcBef>
                <a:spcPts val="0"/>
              </a:spcBef>
              <a:spcAft>
                <a:spcPts val="0"/>
              </a:spcAft>
              <a:buClr>
                <a:srgbClr val="1D0C35"/>
              </a:buClr>
              <a:buSzPts val="1200"/>
              <a:buNone/>
              <a:defRPr sz="1200">
                <a:solidFill>
                  <a:srgbClr val="1D0C35"/>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HS - Open Slide - Dark">
  <p:cSld name="TITLE_3_2">
    <p:bg>
      <p:bgPr>
        <a:blipFill>
          <a:blip r:embed="rId2">
            <a:alphaModFix/>
          </a:blip>
          <a:stretch>
            <a:fillRect/>
          </a:stretch>
        </a:blipFill>
        <a:effectLst/>
      </p:bgPr>
    </p:bg>
    <p:spTree>
      <p:nvGrpSpPr>
        <p:cNvPr id="1" name="Shape 18"/>
        <p:cNvGrpSpPr/>
        <p:nvPr/>
      </p:nvGrpSpPr>
      <p:grpSpPr>
        <a:xfrm>
          <a:off x="0" y="0"/>
          <a:ext cx="0" cy="0"/>
          <a:chOff x="0" y="0"/>
          <a:chExt cx="0" cy="0"/>
        </a:xfrm>
      </p:grpSpPr>
      <p:sp>
        <p:nvSpPr>
          <p:cNvPr id="19" name="Google Shape;19;p4"/>
          <p:cNvSpPr txBox="1">
            <a:spLocks noGrp="1"/>
          </p:cNvSpPr>
          <p:nvPr>
            <p:ph type="subTitle" idx="1"/>
          </p:nvPr>
        </p:nvSpPr>
        <p:spPr>
          <a:xfrm>
            <a:off x="976653" y="3729441"/>
            <a:ext cx="7533300" cy="914400"/>
          </a:xfrm>
          <a:prstGeom prst="rect">
            <a:avLst/>
          </a:prstGeom>
        </p:spPr>
        <p:txBody>
          <a:bodyPr spcFirstLastPara="1" wrap="square" lIns="0" tIns="0" rIns="0" bIns="0" anchor="t" anchorCtr="0">
            <a:noAutofit/>
          </a:bodyPr>
          <a:lstStyle>
            <a:lvl1pPr lvl="0" rtl="0">
              <a:lnSpc>
                <a:spcPct val="100000"/>
              </a:lnSpc>
              <a:spcBef>
                <a:spcPts val="0"/>
              </a:spcBef>
              <a:spcAft>
                <a:spcPts val="0"/>
              </a:spcAft>
              <a:buClr>
                <a:schemeClr val="lt1"/>
              </a:buClr>
              <a:buSzPts val="2400"/>
              <a:buNone/>
              <a:defRPr sz="2400">
                <a:solidFill>
                  <a:schemeClr val="lt1"/>
                </a:solidFill>
              </a:defRPr>
            </a:lvl1pPr>
            <a:lvl2pPr lvl="1" rtl="0">
              <a:lnSpc>
                <a:spcPct val="100000"/>
              </a:lnSpc>
              <a:spcBef>
                <a:spcPts val="0"/>
              </a:spcBef>
              <a:spcAft>
                <a:spcPts val="0"/>
              </a:spcAft>
              <a:buClr>
                <a:schemeClr val="lt1"/>
              </a:buClr>
              <a:buSzPts val="2400"/>
              <a:buNone/>
              <a:defRPr sz="2400">
                <a:solidFill>
                  <a:schemeClr val="lt1"/>
                </a:solidFill>
              </a:defRPr>
            </a:lvl2pPr>
            <a:lvl3pPr lvl="2" rtl="0">
              <a:lnSpc>
                <a:spcPct val="100000"/>
              </a:lnSpc>
              <a:spcBef>
                <a:spcPts val="0"/>
              </a:spcBef>
              <a:spcAft>
                <a:spcPts val="0"/>
              </a:spcAft>
              <a:buClr>
                <a:schemeClr val="lt1"/>
              </a:buClr>
              <a:buSzPts val="2400"/>
              <a:buNone/>
              <a:defRPr sz="2400">
                <a:solidFill>
                  <a:schemeClr val="lt1"/>
                </a:solidFill>
              </a:defRPr>
            </a:lvl3pPr>
            <a:lvl4pPr lvl="3" rtl="0">
              <a:lnSpc>
                <a:spcPct val="100000"/>
              </a:lnSpc>
              <a:spcBef>
                <a:spcPts val="0"/>
              </a:spcBef>
              <a:spcAft>
                <a:spcPts val="0"/>
              </a:spcAft>
              <a:buClr>
                <a:schemeClr val="lt1"/>
              </a:buClr>
              <a:buSzPts val="2400"/>
              <a:buNone/>
              <a:defRPr sz="2400">
                <a:solidFill>
                  <a:schemeClr val="lt1"/>
                </a:solidFill>
              </a:defRPr>
            </a:lvl4pPr>
            <a:lvl5pPr lvl="4" rtl="0">
              <a:lnSpc>
                <a:spcPct val="100000"/>
              </a:lnSpc>
              <a:spcBef>
                <a:spcPts val="0"/>
              </a:spcBef>
              <a:spcAft>
                <a:spcPts val="0"/>
              </a:spcAft>
              <a:buClr>
                <a:schemeClr val="lt1"/>
              </a:buClr>
              <a:buSzPts val="2400"/>
              <a:buNone/>
              <a:defRPr sz="2400">
                <a:solidFill>
                  <a:schemeClr val="lt1"/>
                </a:solidFill>
              </a:defRPr>
            </a:lvl5pPr>
            <a:lvl6pPr lvl="5" rtl="0">
              <a:lnSpc>
                <a:spcPct val="100000"/>
              </a:lnSpc>
              <a:spcBef>
                <a:spcPts val="0"/>
              </a:spcBef>
              <a:spcAft>
                <a:spcPts val="0"/>
              </a:spcAft>
              <a:buClr>
                <a:schemeClr val="lt1"/>
              </a:buClr>
              <a:buSzPts val="2400"/>
              <a:buNone/>
              <a:defRPr sz="2400">
                <a:solidFill>
                  <a:schemeClr val="lt1"/>
                </a:solidFill>
              </a:defRPr>
            </a:lvl6pPr>
            <a:lvl7pPr lvl="6" rtl="0">
              <a:lnSpc>
                <a:spcPct val="100000"/>
              </a:lnSpc>
              <a:spcBef>
                <a:spcPts val="0"/>
              </a:spcBef>
              <a:spcAft>
                <a:spcPts val="0"/>
              </a:spcAft>
              <a:buClr>
                <a:schemeClr val="lt1"/>
              </a:buClr>
              <a:buSzPts val="2400"/>
              <a:buNone/>
              <a:defRPr sz="2400">
                <a:solidFill>
                  <a:schemeClr val="lt1"/>
                </a:solidFill>
              </a:defRPr>
            </a:lvl7pPr>
            <a:lvl8pPr lvl="7" rtl="0">
              <a:lnSpc>
                <a:spcPct val="100000"/>
              </a:lnSpc>
              <a:spcBef>
                <a:spcPts val="0"/>
              </a:spcBef>
              <a:spcAft>
                <a:spcPts val="0"/>
              </a:spcAft>
              <a:buClr>
                <a:schemeClr val="lt1"/>
              </a:buClr>
              <a:buSzPts val="2400"/>
              <a:buNone/>
              <a:defRPr sz="2400">
                <a:solidFill>
                  <a:schemeClr val="lt1"/>
                </a:solidFill>
              </a:defRPr>
            </a:lvl8pPr>
            <a:lvl9pPr lvl="8" rtl="0">
              <a:lnSpc>
                <a:spcPct val="100000"/>
              </a:lnSpc>
              <a:spcBef>
                <a:spcPts val="0"/>
              </a:spcBef>
              <a:spcAft>
                <a:spcPts val="0"/>
              </a:spcAft>
              <a:buClr>
                <a:schemeClr val="lt1"/>
              </a:buClr>
              <a:buSzPts val="2400"/>
              <a:buNone/>
              <a:defRPr sz="2400">
                <a:solidFill>
                  <a:schemeClr val="lt1"/>
                </a:solidFill>
              </a:defRPr>
            </a:lvl9pPr>
          </a:lstStyle>
          <a:p>
            <a:endParaRPr/>
          </a:p>
        </p:txBody>
      </p:sp>
      <p:sp>
        <p:nvSpPr>
          <p:cNvPr id="20" name="Google Shape;20;p4"/>
          <p:cNvSpPr txBox="1">
            <a:spLocks noGrp="1"/>
          </p:cNvSpPr>
          <p:nvPr>
            <p:ph type="title"/>
          </p:nvPr>
        </p:nvSpPr>
        <p:spPr>
          <a:xfrm>
            <a:off x="976803" y="2572161"/>
            <a:ext cx="7533300" cy="979200"/>
          </a:xfrm>
          <a:prstGeom prst="rect">
            <a:avLst/>
          </a:prstGeom>
        </p:spPr>
        <p:txBody>
          <a:bodyPr spcFirstLastPara="1" wrap="square" lIns="0" tIns="0" rIns="0" bIns="0" anchor="b" anchorCtr="0">
            <a:noAutofit/>
          </a:bodyPr>
          <a:lstStyle>
            <a:lvl1pPr lvl="0" rtl="0">
              <a:lnSpc>
                <a:spcPct val="105000"/>
              </a:lnSpc>
              <a:spcBef>
                <a:spcPts val="0"/>
              </a:spcBef>
              <a:spcAft>
                <a:spcPts val="0"/>
              </a:spcAft>
              <a:buNone/>
              <a:defRPr sz="4600">
                <a:solidFill>
                  <a:schemeClr val="lt1"/>
                </a:solidFill>
              </a:defRPr>
            </a:lvl1pPr>
            <a:lvl2pPr lvl="1" rtl="0">
              <a:lnSpc>
                <a:spcPct val="105000"/>
              </a:lnSpc>
              <a:spcBef>
                <a:spcPts val="0"/>
              </a:spcBef>
              <a:spcAft>
                <a:spcPts val="0"/>
              </a:spcAft>
              <a:buNone/>
              <a:defRPr sz="4600">
                <a:solidFill>
                  <a:schemeClr val="lt1"/>
                </a:solidFill>
              </a:defRPr>
            </a:lvl2pPr>
            <a:lvl3pPr lvl="2" rtl="0">
              <a:lnSpc>
                <a:spcPct val="105000"/>
              </a:lnSpc>
              <a:spcBef>
                <a:spcPts val="0"/>
              </a:spcBef>
              <a:spcAft>
                <a:spcPts val="0"/>
              </a:spcAft>
              <a:buNone/>
              <a:defRPr sz="4600">
                <a:solidFill>
                  <a:schemeClr val="lt1"/>
                </a:solidFill>
              </a:defRPr>
            </a:lvl3pPr>
            <a:lvl4pPr lvl="3" rtl="0">
              <a:lnSpc>
                <a:spcPct val="105000"/>
              </a:lnSpc>
              <a:spcBef>
                <a:spcPts val="0"/>
              </a:spcBef>
              <a:spcAft>
                <a:spcPts val="0"/>
              </a:spcAft>
              <a:buNone/>
              <a:defRPr sz="4600">
                <a:solidFill>
                  <a:schemeClr val="lt1"/>
                </a:solidFill>
              </a:defRPr>
            </a:lvl4pPr>
            <a:lvl5pPr lvl="4" rtl="0">
              <a:lnSpc>
                <a:spcPct val="105000"/>
              </a:lnSpc>
              <a:spcBef>
                <a:spcPts val="0"/>
              </a:spcBef>
              <a:spcAft>
                <a:spcPts val="0"/>
              </a:spcAft>
              <a:buNone/>
              <a:defRPr sz="4600">
                <a:solidFill>
                  <a:schemeClr val="lt1"/>
                </a:solidFill>
              </a:defRPr>
            </a:lvl5pPr>
            <a:lvl6pPr lvl="5" rtl="0">
              <a:lnSpc>
                <a:spcPct val="105000"/>
              </a:lnSpc>
              <a:spcBef>
                <a:spcPts val="0"/>
              </a:spcBef>
              <a:spcAft>
                <a:spcPts val="0"/>
              </a:spcAft>
              <a:buNone/>
              <a:defRPr sz="4600">
                <a:solidFill>
                  <a:schemeClr val="lt1"/>
                </a:solidFill>
              </a:defRPr>
            </a:lvl6pPr>
            <a:lvl7pPr lvl="6" rtl="0">
              <a:lnSpc>
                <a:spcPct val="105000"/>
              </a:lnSpc>
              <a:spcBef>
                <a:spcPts val="0"/>
              </a:spcBef>
              <a:spcAft>
                <a:spcPts val="0"/>
              </a:spcAft>
              <a:buNone/>
              <a:defRPr sz="4600">
                <a:solidFill>
                  <a:schemeClr val="lt1"/>
                </a:solidFill>
              </a:defRPr>
            </a:lvl7pPr>
            <a:lvl8pPr lvl="7" rtl="0">
              <a:lnSpc>
                <a:spcPct val="105000"/>
              </a:lnSpc>
              <a:spcBef>
                <a:spcPts val="0"/>
              </a:spcBef>
              <a:spcAft>
                <a:spcPts val="0"/>
              </a:spcAft>
              <a:buNone/>
              <a:defRPr sz="4600">
                <a:solidFill>
                  <a:schemeClr val="lt1"/>
                </a:solidFill>
              </a:defRPr>
            </a:lvl8pPr>
            <a:lvl9pPr lvl="8" rtl="0">
              <a:lnSpc>
                <a:spcPct val="105000"/>
              </a:lnSpc>
              <a:spcBef>
                <a:spcPts val="0"/>
              </a:spcBef>
              <a:spcAft>
                <a:spcPts val="0"/>
              </a:spcAft>
              <a:buNone/>
              <a:defRPr sz="4600">
                <a:solidFill>
                  <a:schemeClr val="lt1"/>
                </a:solidFill>
              </a:defRPr>
            </a:lvl9pPr>
          </a:lstStyle>
          <a:p>
            <a:endParaRPr/>
          </a:p>
        </p:txBody>
      </p:sp>
      <p:sp>
        <p:nvSpPr>
          <p:cNvPr id="21" name="Google Shape;21;p4"/>
          <p:cNvSpPr txBox="1">
            <a:spLocks noGrp="1"/>
          </p:cNvSpPr>
          <p:nvPr>
            <p:ph type="subTitle" idx="2"/>
          </p:nvPr>
        </p:nvSpPr>
        <p:spPr>
          <a:xfrm>
            <a:off x="976653" y="4889316"/>
            <a:ext cx="2040300" cy="605700"/>
          </a:xfrm>
          <a:prstGeom prst="rect">
            <a:avLst/>
          </a:prstGeom>
        </p:spPr>
        <p:txBody>
          <a:bodyPr spcFirstLastPara="1" wrap="square" lIns="0" tIns="0" rIns="0" bIns="0" anchor="t" anchorCtr="0">
            <a:noAutofit/>
          </a:bodyPr>
          <a:lstStyle>
            <a:lvl1pPr lvl="0" rtl="0">
              <a:lnSpc>
                <a:spcPct val="135000"/>
              </a:lnSpc>
              <a:spcBef>
                <a:spcPts val="0"/>
              </a:spcBef>
              <a:spcAft>
                <a:spcPts val="0"/>
              </a:spcAft>
              <a:buClr>
                <a:schemeClr val="lt1"/>
              </a:buClr>
              <a:buSzPts val="1200"/>
              <a:buNone/>
              <a:defRPr sz="1200">
                <a:solidFill>
                  <a:schemeClr val="lt1"/>
                </a:solidFill>
              </a:defRPr>
            </a:lvl1pPr>
            <a:lvl2pPr lvl="1" rtl="0">
              <a:lnSpc>
                <a:spcPct val="135000"/>
              </a:lnSpc>
              <a:spcBef>
                <a:spcPts val="0"/>
              </a:spcBef>
              <a:spcAft>
                <a:spcPts val="0"/>
              </a:spcAft>
              <a:buClr>
                <a:schemeClr val="lt1"/>
              </a:buClr>
              <a:buSzPts val="1200"/>
              <a:buNone/>
              <a:defRPr sz="1200">
                <a:solidFill>
                  <a:schemeClr val="lt1"/>
                </a:solidFill>
              </a:defRPr>
            </a:lvl2pPr>
            <a:lvl3pPr lvl="2" rtl="0">
              <a:lnSpc>
                <a:spcPct val="135000"/>
              </a:lnSpc>
              <a:spcBef>
                <a:spcPts val="0"/>
              </a:spcBef>
              <a:spcAft>
                <a:spcPts val="0"/>
              </a:spcAft>
              <a:buClr>
                <a:schemeClr val="lt1"/>
              </a:buClr>
              <a:buSzPts val="1200"/>
              <a:buNone/>
              <a:defRPr sz="1200">
                <a:solidFill>
                  <a:schemeClr val="lt1"/>
                </a:solidFill>
              </a:defRPr>
            </a:lvl3pPr>
            <a:lvl4pPr lvl="3" rtl="0">
              <a:lnSpc>
                <a:spcPct val="135000"/>
              </a:lnSpc>
              <a:spcBef>
                <a:spcPts val="0"/>
              </a:spcBef>
              <a:spcAft>
                <a:spcPts val="0"/>
              </a:spcAft>
              <a:buClr>
                <a:schemeClr val="lt1"/>
              </a:buClr>
              <a:buSzPts val="1200"/>
              <a:buNone/>
              <a:defRPr sz="1200">
                <a:solidFill>
                  <a:schemeClr val="lt1"/>
                </a:solidFill>
              </a:defRPr>
            </a:lvl4pPr>
            <a:lvl5pPr lvl="4" rtl="0">
              <a:lnSpc>
                <a:spcPct val="135000"/>
              </a:lnSpc>
              <a:spcBef>
                <a:spcPts val="0"/>
              </a:spcBef>
              <a:spcAft>
                <a:spcPts val="0"/>
              </a:spcAft>
              <a:buClr>
                <a:schemeClr val="lt1"/>
              </a:buClr>
              <a:buSzPts val="1200"/>
              <a:buNone/>
              <a:defRPr sz="1200">
                <a:solidFill>
                  <a:schemeClr val="lt1"/>
                </a:solidFill>
              </a:defRPr>
            </a:lvl5pPr>
            <a:lvl6pPr lvl="5" rtl="0">
              <a:lnSpc>
                <a:spcPct val="135000"/>
              </a:lnSpc>
              <a:spcBef>
                <a:spcPts val="0"/>
              </a:spcBef>
              <a:spcAft>
                <a:spcPts val="0"/>
              </a:spcAft>
              <a:buClr>
                <a:schemeClr val="lt1"/>
              </a:buClr>
              <a:buSzPts val="1200"/>
              <a:buNone/>
              <a:defRPr sz="1200">
                <a:solidFill>
                  <a:schemeClr val="lt1"/>
                </a:solidFill>
              </a:defRPr>
            </a:lvl6pPr>
            <a:lvl7pPr lvl="6" rtl="0">
              <a:lnSpc>
                <a:spcPct val="135000"/>
              </a:lnSpc>
              <a:spcBef>
                <a:spcPts val="0"/>
              </a:spcBef>
              <a:spcAft>
                <a:spcPts val="0"/>
              </a:spcAft>
              <a:buClr>
                <a:schemeClr val="lt1"/>
              </a:buClr>
              <a:buSzPts val="1200"/>
              <a:buNone/>
              <a:defRPr sz="1200">
                <a:solidFill>
                  <a:schemeClr val="lt1"/>
                </a:solidFill>
              </a:defRPr>
            </a:lvl7pPr>
            <a:lvl8pPr lvl="7" rtl="0">
              <a:lnSpc>
                <a:spcPct val="135000"/>
              </a:lnSpc>
              <a:spcBef>
                <a:spcPts val="0"/>
              </a:spcBef>
              <a:spcAft>
                <a:spcPts val="0"/>
              </a:spcAft>
              <a:buClr>
                <a:schemeClr val="lt1"/>
              </a:buClr>
              <a:buSzPts val="1200"/>
              <a:buNone/>
              <a:defRPr sz="1200">
                <a:solidFill>
                  <a:schemeClr val="lt1"/>
                </a:solidFill>
              </a:defRPr>
            </a:lvl8pPr>
            <a:lvl9pPr lvl="8" rtl="0">
              <a:lnSpc>
                <a:spcPct val="135000"/>
              </a:lnSpc>
              <a:spcBef>
                <a:spcPts val="0"/>
              </a:spcBef>
              <a:spcAft>
                <a:spcPts val="0"/>
              </a:spcAft>
              <a:buClr>
                <a:schemeClr val="lt1"/>
              </a:buClr>
              <a:buSzPts val="1200"/>
              <a:buNone/>
              <a:defRPr sz="1200">
                <a:solidFill>
                  <a:schemeClr val="lt1"/>
                </a:solidFill>
              </a:defRPr>
            </a:lvl9pPr>
          </a:lstStyle>
          <a:p>
            <a:endParaRPr/>
          </a:p>
        </p:txBody>
      </p:sp>
      <p:sp>
        <p:nvSpPr>
          <p:cNvPr id="22" name="Google Shape;22;p4"/>
          <p:cNvSpPr txBox="1">
            <a:spLocks noGrp="1"/>
          </p:cNvSpPr>
          <p:nvPr>
            <p:ph type="subTitle" idx="3"/>
          </p:nvPr>
        </p:nvSpPr>
        <p:spPr>
          <a:xfrm>
            <a:off x="3364778" y="4889316"/>
            <a:ext cx="2040300" cy="605700"/>
          </a:xfrm>
          <a:prstGeom prst="rect">
            <a:avLst/>
          </a:prstGeom>
        </p:spPr>
        <p:txBody>
          <a:bodyPr spcFirstLastPara="1" wrap="square" lIns="0" tIns="0" rIns="0" bIns="0" anchor="t" anchorCtr="0">
            <a:noAutofit/>
          </a:bodyPr>
          <a:lstStyle>
            <a:lvl1pPr lvl="0" rtl="0">
              <a:lnSpc>
                <a:spcPct val="135000"/>
              </a:lnSpc>
              <a:spcBef>
                <a:spcPts val="0"/>
              </a:spcBef>
              <a:spcAft>
                <a:spcPts val="0"/>
              </a:spcAft>
              <a:buClr>
                <a:schemeClr val="lt1"/>
              </a:buClr>
              <a:buSzPts val="1200"/>
              <a:buNone/>
              <a:defRPr sz="1200">
                <a:solidFill>
                  <a:schemeClr val="lt1"/>
                </a:solidFill>
              </a:defRPr>
            </a:lvl1pPr>
            <a:lvl2pPr lvl="1" rtl="0">
              <a:lnSpc>
                <a:spcPct val="135000"/>
              </a:lnSpc>
              <a:spcBef>
                <a:spcPts val="0"/>
              </a:spcBef>
              <a:spcAft>
                <a:spcPts val="0"/>
              </a:spcAft>
              <a:buClr>
                <a:schemeClr val="lt1"/>
              </a:buClr>
              <a:buSzPts val="1200"/>
              <a:buNone/>
              <a:defRPr sz="1200">
                <a:solidFill>
                  <a:schemeClr val="lt1"/>
                </a:solidFill>
              </a:defRPr>
            </a:lvl2pPr>
            <a:lvl3pPr lvl="2" rtl="0">
              <a:lnSpc>
                <a:spcPct val="135000"/>
              </a:lnSpc>
              <a:spcBef>
                <a:spcPts val="0"/>
              </a:spcBef>
              <a:spcAft>
                <a:spcPts val="0"/>
              </a:spcAft>
              <a:buClr>
                <a:schemeClr val="lt1"/>
              </a:buClr>
              <a:buSzPts val="1200"/>
              <a:buNone/>
              <a:defRPr sz="1200">
                <a:solidFill>
                  <a:schemeClr val="lt1"/>
                </a:solidFill>
              </a:defRPr>
            </a:lvl3pPr>
            <a:lvl4pPr lvl="3" rtl="0">
              <a:lnSpc>
                <a:spcPct val="135000"/>
              </a:lnSpc>
              <a:spcBef>
                <a:spcPts val="0"/>
              </a:spcBef>
              <a:spcAft>
                <a:spcPts val="0"/>
              </a:spcAft>
              <a:buClr>
                <a:schemeClr val="lt1"/>
              </a:buClr>
              <a:buSzPts val="1200"/>
              <a:buNone/>
              <a:defRPr sz="1200">
                <a:solidFill>
                  <a:schemeClr val="lt1"/>
                </a:solidFill>
              </a:defRPr>
            </a:lvl4pPr>
            <a:lvl5pPr lvl="4" rtl="0">
              <a:lnSpc>
                <a:spcPct val="135000"/>
              </a:lnSpc>
              <a:spcBef>
                <a:spcPts val="0"/>
              </a:spcBef>
              <a:spcAft>
                <a:spcPts val="0"/>
              </a:spcAft>
              <a:buClr>
                <a:schemeClr val="lt1"/>
              </a:buClr>
              <a:buSzPts val="1200"/>
              <a:buNone/>
              <a:defRPr sz="1200">
                <a:solidFill>
                  <a:schemeClr val="lt1"/>
                </a:solidFill>
              </a:defRPr>
            </a:lvl5pPr>
            <a:lvl6pPr lvl="5" rtl="0">
              <a:lnSpc>
                <a:spcPct val="135000"/>
              </a:lnSpc>
              <a:spcBef>
                <a:spcPts val="0"/>
              </a:spcBef>
              <a:spcAft>
                <a:spcPts val="0"/>
              </a:spcAft>
              <a:buClr>
                <a:schemeClr val="lt1"/>
              </a:buClr>
              <a:buSzPts val="1200"/>
              <a:buNone/>
              <a:defRPr sz="1200">
                <a:solidFill>
                  <a:schemeClr val="lt1"/>
                </a:solidFill>
              </a:defRPr>
            </a:lvl6pPr>
            <a:lvl7pPr lvl="6" rtl="0">
              <a:lnSpc>
                <a:spcPct val="135000"/>
              </a:lnSpc>
              <a:spcBef>
                <a:spcPts val="0"/>
              </a:spcBef>
              <a:spcAft>
                <a:spcPts val="0"/>
              </a:spcAft>
              <a:buClr>
                <a:schemeClr val="lt1"/>
              </a:buClr>
              <a:buSzPts val="1200"/>
              <a:buNone/>
              <a:defRPr sz="1200">
                <a:solidFill>
                  <a:schemeClr val="lt1"/>
                </a:solidFill>
              </a:defRPr>
            </a:lvl7pPr>
            <a:lvl8pPr lvl="7" rtl="0">
              <a:lnSpc>
                <a:spcPct val="135000"/>
              </a:lnSpc>
              <a:spcBef>
                <a:spcPts val="0"/>
              </a:spcBef>
              <a:spcAft>
                <a:spcPts val="0"/>
              </a:spcAft>
              <a:buClr>
                <a:schemeClr val="lt1"/>
              </a:buClr>
              <a:buSzPts val="1200"/>
              <a:buNone/>
              <a:defRPr sz="1200">
                <a:solidFill>
                  <a:schemeClr val="lt1"/>
                </a:solidFill>
              </a:defRPr>
            </a:lvl8pPr>
            <a:lvl9pPr lvl="8" rtl="0">
              <a:lnSpc>
                <a:spcPct val="135000"/>
              </a:lnSpc>
              <a:spcBef>
                <a:spcPts val="0"/>
              </a:spcBef>
              <a:spcAft>
                <a:spcPts val="0"/>
              </a:spcAft>
              <a:buClr>
                <a:schemeClr val="lt1"/>
              </a:buClr>
              <a:buSzPts val="1200"/>
              <a:buNone/>
              <a:defRPr sz="1200">
                <a:solidFill>
                  <a:schemeClr val="lt1"/>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RHS+AF - Open Slide - Dark">
  <p:cSld name="TITLE_3_2_1">
    <p:bg>
      <p:bgPr>
        <a:blipFill>
          <a:blip r:embed="rId2">
            <a:alphaModFix/>
          </a:blip>
          <a:stretch>
            <a:fillRect/>
          </a:stretch>
        </a:blipFill>
        <a:effectLst/>
      </p:bgPr>
    </p:bg>
    <p:spTree>
      <p:nvGrpSpPr>
        <p:cNvPr id="1" name="Shape 23"/>
        <p:cNvGrpSpPr/>
        <p:nvPr/>
      </p:nvGrpSpPr>
      <p:grpSpPr>
        <a:xfrm>
          <a:off x="0" y="0"/>
          <a:ext cx="0" cy="0"/>
          <a:chOff x="0" y="0"/>
          <a:chExt cx="0" cy="0"/>
        </a:xfrm>
      </p:grpSpPr>
      <p:sp>
        <p:nvSpPr>
          <p:cNvPr id="24" name="Google Shape;24;p5"/>
          <p:cNvSpPr txBox="1">
            <a:spLocks noGrp="1"/>
          </p:cNvSpPr>
          <p:nvPr>
            <p:ph type="subTitle" idx="1"/>
          </p:nvPr>
        </p:nvSpPr>
        <p:spPr>
          <a:xfrm>
            <a:off x="976653" y="3729441"/>
            <a:ext cx="7533300" cy="914400"/>
          </a:xfrm>
          <a:prstGeom prst="rect">
            <a:avLst/>
          </a:prstGeom>
        </p:spPr>
        <p:txBody>
          <a:bodyPr spcFirstLastPara="1" wrap="square" lIns="0" tIns="0" rIns="0" bIns="0" anchor="t" anchorCtr="0">
            <a:noAutofit/>
          </a:bodyPr>
          <a:lstStyle>
            <a:lvl1pPr lvl="0">
              <a:lnSpc>
                <a:spcPct val="100000"/>
              </a:lnSpc>
              <a:spcBef>
                <a:spcPts val="0"/>
              </a:spcBef>
              <a:spcAft>
                <a:spcPts val="0"/>
              </a:spcAft>
              <a:buClr>
                <a:schemeClr val="lt1"/>
              </a:buClr>
              <a:buSzPts val="2400"/>
              <a:buNone/>
              <a:defRPr sz="2400">
                <a:solidFill>
                  <a:schemeClr val="lt1"/>
                </a:solidFill>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a:endParaRPr/>
          </a:p>
        </p:txBody>
      </p:sp>
      <p:sp>
        <p:nvSpPr>
          <p:cNvPr id="25" name="Google Shape;25;p5"/>
          <p:cNvSpPr txBox="1">
            <a:spLocks noGrp="1"/>
          </p:cNvSpPr>
          <p:nvPr>
            <p:ph type="title"/>
          </p:nvPr>
        </p:nvSpPr>
        <p:spPr>
          <a:xfrm>
            <a:off x="976803" y="2572161"/>
            <a:ext cx="7533300" cy="979200"/>
          </a:xfrm>
          <a:prstGeom prst="rect">
            <a:avLst/>
          </a:prstGeom>
        </p:spPr>
        <p:txBody>
          <a:bodyPr spcFirstLastPara="1" wrap="square" lIns="0" tIns="0" rIns="0" bIns="0" anchor="b" anchorCtr="0">
            <a:noAutofit/>
          </a:bodyPr>
          <a:lstStyle>
            <a:lvl1pPr lvl="0">
              <a:lnSpc>
                <a:spcPct val="105000"/>
              </a:lnSpc>
              <a:spcBef>
                <a:spcPts val="0"/>
              </a:spcBef>
              <a:spcAft>
                <a:spcPts val="0"/>
              </a:spcAft>
              <a:buNone/>
              <a:defRPr sz="4600">
                <a:solidFill>
                  <a:schemeClr val="lt1"/>
                </a:solidFill>
              </a:defRPr>
            </a:lvl1pPr>
            <a:lvl2pPr lvl="1">
              <a:lnSpc>
                <a:spcPct val="105000"/>
              </a:lnSpc>
              <a:spcBef>
                <a:spcPts val="0"/>
              </a:spcBef>
              <a:spcAft>
                <a:spcPts val="0"/>
              </a:spcAft>
              <a:buNone/>
              <a:defRPr sz="4600">
                <a:solidFill>
                  <a:schemeClr val="lt1"/>
                </a:solidFill>
              </a:defRPr>
            </a:lvl2pPr>
            <a:lvl3pPr lvl="2">
              <a:lnSpc>
                <a:spcPct val="105000"/>
              </a:lnSpc>
              <a:spcBef>
                <a:spcPts val="0"/>
              </a:spcBef>
              <a:spcAft>
                <a:spcPts val="0"/>
              </a:spcAft>
              <a:buNone/>
              <a:defRPr sz="4600">
                <a:solidFill>
                  <a:schemeClr val="lt1"/>
                </a:solidFill>
              </a:defRPr>
            </a:lvl3pPr>
            <a:lvl4pPr lvl="3">
              <a:lnSpc>
                <a:spcPct val="105000"/>
              </a:lnSpc>
              <a:spcBef>
                <a:spcPts val="0"/>
              </a:spcBef>
              <a:spcAft>
                <a:spcPts val="0"/>
              </a:spcAft>
              <a:buNone/>
              <a:defRPr sz="4600">
                <a:solidFill>
                  <a:schemeClr val="lt1"/>
                </a:solidFill>
              </a:defRPr>
            </a:lvl4pPr>
            <a:lvl5pPr lvl="4">
              <a:lnSpc>
                <a:spcPct val="105000"/>
              </a:lnSpc>
              <a:spcBef>
                <a:spcPts val="0"/>
              </a:spcBef>
              <a:spcAft>
                <a:spcPts val="0"/>
              </a:spcAft>
              <a:buNone/>
              <a:defRPr sz="4600">
                <a:solidFill>
                  <a:schemeClr val="lt1"/>
                </a:solidFill>
              </a:defRPr>
            </a:lvl5pPr>
            <a:lvl6pPr lvl="5">
              <a:lnSpc>
                <a:spcPct val="105000"/>
              </a:lnSpc>
              <a:spcBef>
                <a:spcPts val="0"/>
              </a:spcBef>
              <a:spcAft>
                <a:spcPts val="0"/>
              </a:spcAft>
              <a:buNone/>
              <a:defRPr sz="4600">
                <a:solidFill>
                  <a:schemeClr val="lt1"/>
                </a:solidFill>
              </a:defRPr>
            </a:lvl6pPr>
            <a:lvl7pPr lvl="6">
              <a:lnSpc>
                <a:spcPct val="105000"/>
              </a:lnSpc>
              <a:spcBef>
                <a:spcPts val="0"/>
              </a:spcBef>
              <a:spcAft>
                <a:spcPts val="0"/>
              </a:spcAft>
              <a:buNone/>
              <a:defRPr sz="4600">
                <a:solidFill>
                  <a:schemeClr val="lt1"/>
                </a:solidFill>
              </a:defRPr>
            </a:lvl7pPr>
            <a:lvl8pPr lvl="7">
              <a:lnSpc>
                <a:spcPct val="105000"/>
              </a:lnSpc>
              <a:spcBef>
                <a:spcPts val="0"/>
              </a:spcBef>
              <a:spcAft>
                <a:spcPts val="0"/>
              </a:spcAft>
              <a:buNone/>
              <a:defRPr sz="4600">
                <a:solidFill>
                  <a:schemeClr val="lt1"/>
                </a:solidFill>
              </a:defRPr>
            </a:lvl8pPr>
            <a:lvl9pPr lvl="8">
              <a:lnSpc>
                <a:spcPct val="105000"/>
              </a:lnSpc>
              <a:spcBef>
                <a:spcPts val="0"/>
              </a:spcBef>
              <a:spcAft>
                <a:spcPts val="0"/>
              </a:spcAft>
              <a:buNone/>
              <a:defRPr sz="4600">
                <a:solidFill>
                  <a:schemeClr val="lt1"/>
                </a:solidFill>
              </a:defRPr>
            </a:lvl9pPr>
          </a:lstStyle>
          <a:p>
            <a:endParaRPr/>
          </a:p>
        </p:txBody>
      </p:sp>
      <p:sp>
        <p:nvSpPr>
          <p:cNvPr id="26" name="Google Shape;26;p5"/>
          <p:cNvSpPr txBox="1">
            <a:spLocks noGrp="1"/>
          </p:cNvSpPr>
          <p:nvPr>
            <p:ph type="subTitle" idx="2"/>
          </p:nvPr>
        </p:nvSpPr>
        <p:spPr>
          <a:xfrm>
            <a:off x="976653" y="4889316"/>
            <a:ext cx="2040300" cy="605700"/>
          </a:xfrm>
          <a:prstGeom prst="rect">
            <a:avLst/>
          </a:prstGeom>
        </p:spPr>
        <p:txBody>
          <a:bodyPr spcFirstLastPara="1" wrap="square" lIns="0" tIns="0" rIns="0" bIns="0" anchor="t" anchorCtr="0">
            <a:noAutofit/>
          </a:bodyPr>
          <a:lstStyle>
            <a:lvl1pPr lvl="0">
              <a:lnSpc>
                <a:spcPct val="135000"/>
              </a:lnSpc>
              <a:spcBef>
                <a:spcPts val="0"/>
              </a:spcBef>
              <a:spcAft>
                <a:spcPts val="0"/>
              </a:spcAft>
              <a:buClr>
                <a:schemeClr val="lt1"/>
              </a:buClr>
              <a:buSzPts val="1200"/>
              <a:buNone/>
              <a:defRPr sz="1200">
                <a:solidFill>
                  <a:schemeClr val="lt1"/>
                </a:solidFill>
              </a:defRPr>
            </a:lvl1pPr>
            <a:lvl2pPr lvl="1">
              <a:lnSpc>
                <a:spcPct val="135000"/>
              </a:lnSpc>
              <a:spcBef>
                <a:spcPts val="0"/>
              </a:spcBef>
              <a:spcAft>
                <a:spcPts val="0"/>
              </a:spcAft>
              <a:buClr>
                <a:schemeClr val="lt1"/>
              </a:buClr>
              <a:buSzPts val="1200"/>
              <a:buNone/>
              <a:defRPr sz="1200">
                <a:solidFill>
                  <a:schemeClr val="lt1"/>
                </a:solidFill>
              </a:defRPr>
            </a:lvl2pPr>
            <a:lvl3pPr lvl="2">
              <a:lnSpc>
                <a:spcPct val="135000"/>
              </a:lnSpc>
              <a:spcBef>
                <a:spcPts val="0"/>
              </a:spcBef>
              <a:spcAft>
                <a:spcPts val="0"/>
              </a:spcAft>
              <a:buClr>
                <a:schemeClr val="lt1"/>
              </a:buClr>
              <a:buSzPts val="1200"/>
              <a:buNone/>
              <a:defRPr sz="1200">
                <a:solidFill>
                  <a:schemeClr val="lt1"/>
                </a:solidFill>
              </a:defRPr>
            </a:lvl3pPr>
            <a:lvl4pPr lvl="3">
              <a:lnSpc>
                <a:spcPct val="135000"/>
              </a:lnSpc>
              <a:spcBef>
                <a:spcPts val="0"/>
              </a:spcBef>
              <a:spcAft>
                <a:spcPts val="0"/>
              </a:spcAft>
              <a:buClr>
                <a:schemeClr val="lt1"/>
              </a:buClr>
              <a:buSzPts val="1200"/>
              <a:buNone/>
              <a:defRPr sz="1200">
                <a:solidFill>
                  <a:schemeClr val="lt1"/>
                </a:solidFill>
              </a:defRPr>
            </a:lvl4pPr>
            <a:lvl5pPr lvl="4">
              <a:lnSpc>
                <a:spcPct val="135000"/>
              </a:lnSpc>
              <a:spcBef>
                <a:spcPts val="0"/>
              </a:spcBef>
              <a:spcAft>
                <a:spcPts val="0"/>
              </a:spcAft>
              <a:buClr>
                <a:schemeClr val="lt1"/>
              </a:buClr>
              <a:buSzPts val="1200"/>
              <a:buNone/>
              <a:defRPr sz="1200">
                <a:solidFill>
                  <a:schemeClr val="lt1"/>
                </a:solidFill>
              </a:defRPr>
            </a:lvl5pPr>
            <a:lvl6pPr lvl="5">
              <a:lnSpc>
                <a:spcPct val="135000"/>
              </a:lnSpc>
              <a:spcBef>
                <a:spcPts val="0"/>
              </a:spcBef>
              <a:spcAft>
                <a:spcPts val="0"/>
              </a:spcAft>
              <a:buClr>
                <a:schemeClr val="lt1"/>
              </a:buClr>
              <a:buSzPts val="1200"/>
              <a:buNone/>
              <a:defRPr sz="1200">
                <a:solidFill>
                  <a:schemeClr val="lt1"/>
                </a:solidFill>
              </a:defRPr>
            </a:lvl6pPr>
            <a:lvl7pPr lvl="6">
              <a:lnSpc>
                <a:spcPct val="135000"/>
              </a:lnSpc>
              <a:spcBef>
                <a:spcPts val="0"/>
              </a:spcBef>
              <a:spcAft>
                <a:spcPts val="0"/>
              </a:spcAft>
              <a:buClr>
                <a:schemeClr val="lt1"/>
              </a:buClr>
              <a:buSzPts val="1200"/>
              <a:buNone/>
              <a:defRPr sz="1200">
                <a:solidFill>
                  <a:schemeClr val="lt1"/>
                </a:solidFill>
              </a:defRPr>
            </a:lvl7pPr>
            <a:lvl8pPr lvl="7">
              <a:lnSpc>
                <a:spcPct val="135000"/>
              </a:lnSpc>
              <a:spcBef>
                <a:spcPts val="0"/>
              </a:spcBef>
              <a:spcAft>
                <a:spcPts val="0"/>
              </a:spcAft>
              <a:buClr>
                <a:schemeClr val="lt1"/>
              </a:buClr>
              <a:buSzPts val="1200"/>
              <a:buNone/>
              <a:defRPr sz="1200">
                <a:solidFill>
                  <a:schemeClr val="lt1"/>
                </a:solidFill>
              </a:defRPr>
            </a:lvl8pPr>
            <a:lvl9pPr lvl="8">
              <a:lnSpc>
                <a:spcPct val="135000"/>
              </a:lnSpc>
              <a:spcBef>
                <a:spcPts val="0"/>
              </a:spcBef>
              <a:spcAft>
                <a:spcPts val="0"/>
              </a:spcAft>
              <a:buClr>
                <a:schemeClr val="lt1"/>
              </a:buClr>
              <a:buSzPts val="1200"/>
              <a:buNone/>
              <a:defRPr sz="1200">
                <a:solidFill>
                  <a:schemeClr val="lt1"/>
                </a:solidFill>
              </a:defRPr>
            </a:lvl9pPr>
          </a:lstStyle>
          <a:p>
            <a:endParaRPr/>
          </a:p>
        </p:txBody>
      </p:sp>
      <p:sp>
        <p:nvSpPr>
          <p:cNvPr id="27" name="Google Shape;27;p5"/>
          <p:cNvSpPr txBox="1">
            <a:spLocks noGrp="1"/>
          </p:cNvSpPr>
          <p:nvPr>
            <p:ph type="subTitle" idx="3"/>
          </p:nvPr>
        </p:nvSpPr>
        <p:spPr>
          <a:xfrm>
            <a:off x="3364778" y="4889316"/>
            <a:ext cx="2040300" cy="605700"/>
          </a:xfrm>
          <a:prstGeom prst="rect">
            <a:avLst/>
          </a:prstGeom>
        </p:spPr>
        <p:txBody>
          <a:bodyPr spcFirstLastPara="1" wrap="square" lIns="0" tIns="0" rIns="0" bIns="0" anchor="t" anchorCtr="0">
            <a:noAutofit/>
          </a:bodyPr>
          <a:lstStyle>
            <a:lvl1pPr lvl="0">
              <a:lnSpc>
                <a:spcPct val="135000"/>
              </a:lnSpc>
              <a:spcBef>
                <a:spcPts val="0"/>
              </a:spcBef>
              <a:spcAft>
                <a:spcPts val="0"/>
              </a:spcAft>
              <a:buClr>
                <a:schemeClr val="lt1"/>
              </a:buClr>
              <a:buSzPts val="1200"/>
              <a:buNone/>
              <a:defRPr sz="1200">
                <a:solidFill>
                  <a:schemeClr val="lt1"/>
                </a:solidFill>
              </a:defRPr>
            </a:lvl1pPr>
            <a:lvl2pPr lvl="1">
              <a:lnSpc>
                <a:spcPct val="135000"/>
              </a:lnSpc>
              <a:spcBef>
                <a:spcPts val="0"/>
              </a:spcBef>
              <a:spcAft>
                <a:spcPts val="0"/>
              </a:spcAft>
              <a:buClr>
                <a:schemeClr val="lt1"/>
              </a:buClr>
              <a:buSzPts val="1200"/>
              <a:buNone/>
              <a:defRPr sz="1200">
                <a:solidFill>
                  <a:schemeClr val="lt1"/>
                </a:solidFill>
              </a:defRPr>
            </a:lvl2pPr>
            <a:lvl3pPr lvl="2">
              <a:lnSpc>
                <a:spcPct val="135000"/>
              </a:lnSpc>
              <a:spcBef>
                <a:spcPts val="0"/>
              </a:spcBef>
              <a:spcAft>
                <a:spcPts val="0"/>
              </a:spcAft>
              <a:buClr>
                <a:schemeClr val="lt1"/>
              </a:buClr>
              <a:buSzPts val="1200"/>
              <a:buNone/>
              <a:defRPr sz="1200">
                <a:solidFill>
                  <a:schemeClr val="lt1"/>
                </a:solidFill>
              </a:defRPr>
            </a:lvl3pPr>
            <a:lvl4pPr lvl="3">
              <a:lnSpc>
                <a:spcPct val="135000"/>
              </a:lnSpc>
              <a:spcBef>
                <a:spcPts val="0"/>
              </a:spcBef>
              <a:spcAft>
                <a:spcPts val="0"/>
              </a:spcAft>
              <a:buClr>
                <a:schemeClr val="lt1"/>
              </a:buClr>
              <a:buSzPts val="1200"/>
              <a:buNone/>
              <a:defRPr sz="1200">
                <a:solidFill>
                  <a:schemeClr val="lt1"/>
                </a:solidFill>
              </a:defRPr>
            </a:lvl4pPr>
            <a:lvl5pPr lvl="4">
              <a:lnSpc>
                <a:spcPct val="135000"/>
              </a:lnSpc>
              <a:spcBef>
                <a:spcPts val="0"/>
              </a:spcBef>
              <a:spcAft>
                <a:spcPts val="0"/>
              </a:spcAft>
              <a:buClr>
                <a:schemeClr val="lt1"/>
              </a:buClr>
              <a:buSzPts val="1200"/>
              <a:buNone/>
              <a:defRPr sz="1200">
                <a:solidFill>
                  <a:schemeClr val="lt1"/>
                </a:solidFill>
              </a:defRPr>
            </a:lvl5pPr>
            <a:lvl6pPr lvl="5">
              <a:lnSpc>
                <a:spcPct val="135000"/>
              </a:lnSpc>
              <a:spcBef>
                <a:spcPts val="0"/>
              </a:spcBef>
              <a:spcAft>
                <a:spcPts val="0"/>
              </a:spcAft>
              <a:buClr>
                <a:schemeClr val="lt1"/>
              </a:buClr>
              <a:buSzPts val="1200"/>
              <a:buNone/>
              <a:defRPr sz="1200">
                <a:solidFill>
                  <a:schemeClr val="lt1"/>
                </a:solidFill>
              </a:defRPr>
            </a:lvl6pPr>
            <a:lvl7pPr lvl="6">
              <a:lnSpc>
                <a:spcPct val="135000"/>
              </a:lnSpc>
              <a:spcBef>
                <a:spcPts val="0"/>
              </a:spcBef>
              <a:spcAft>
                <a:spcPts val="0"/>
              </a:spcAft>
              <a:buClr>
                <a:schemeClr val="lt1"/>
              </a:buClr>
              <a:buSzPts val="1200"/>
              <a:buNone/>
              <a:defRPr sz="1200">
                <a:solidFill>
                  <a:schemeClr val="lt1"/>
                </a:solidFill>
              </a:defRPr>
            </a:lvl7pPr>
            <a:lvl8pPr lvl="7">
              <a:lnSpc>
                <a:spcPct val="135000"/>
              </a:lnSpc>
              <a:spcBef>
                <a:spcPts val="0"/>
              </a:spcBef>
              <a:spcAft>
                <a:spcPts val="0"/>
              </a:spcAft>
              <a:buClr>
                <a:schemeClr val="lt1"/>
              </a:buClr>
              <a:buSzPts val="1200"/>
              <a:buNone/>
              <a:defRPr sz="1200">
                <a:solidFill>
                  <a:schemeClr val="lt1"/>
                </a:solidFill>
              </a:defRPr>
            </a:lvl8pPr>
            <a:lvl9pPr lvl="8">
              <a:lnSpc>
                <a:spcPct val="135000"/>
              </a:lnSpc>
              <a:spcBef>
                <a:spcPts val="0"/>
              </a:spcBef>
              <a:spcAft>
                <a:spcPts val="0"/>
              </a:spcAft>
              <a:buClr>
                <a:schemeClr val="lt1"/>
              </a:buClr>
              <a:buSzPts val="1200"/>
              <a:buNone/>
              <a:defRPr sz="1200">
                <a:solidFill>
                  <a:schemeClr val="lt1"/>
                </a:solidFil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Break - Light #1">
  <p:cSld name="CUSTOM_2_1_1">
    <p:bg>
      <p:bgPr>
        <a:blipFill>
          <a:blip r:embed="rId2">
            <a:alphaModFix/>
          </a:blip>
          <a:stretch>
            <a:fillRect/>
          </a:stretch>
        </a:blipFill>
        <a:effectLst/>
      </p:bgPr>
    </p:bg>
    <p:spTree>
      <p:nvGrpSpPr>
        <p:cNvPr id="1" name="Shape 28"/>
        <p:cNvGrpSpPr/>
        <p:nvPr/>
      </p:nvGrpSpPr>
      <p:grpSpPr>
        <a:xfrm>
          <a:off x="0" y="0"/>
          <a:ext cx="0" cy="0"/>
          <a:chOff x="0" y="0"/>
          <a:chExt cx="0" cy="0"/>
        </a:xfrm>
      </p:grpSpPr>
      <p:sp>
        <p:nvSpPr>
          <p:cNvPr id="29" name="Google Shape;29;p6"/>
          <p:cNvSpPr txBox="1">
            <a:spLocks noGrp="1"/>
          </p:cNvSpPr>
          <p:nvPr>
            <p:ph type="subTitle" idx="1"/>
          </p:nvPr>
        </p:nvSpPr>
        <p:spPr>
          <a:xfrm>
            <a:off x="447775" y="55441"/>
            <a:ext cx="5148900" cy="816300"/>
          </a:xfrm>
          <a:prstGeom prst="rect">
            <a:avLst/>
          </a:prstGeom>
        </p:spPr>
        <p:txBody>
          <a:bodyPr spcFirstLastPara="1" wrap="square" lIns="438900" tIns="91425" rIns="91425" bIns="91425" anchor="ctr" anchorCtr="0">
            <a:noAutofit/>
          </a:bodyPr>
          <a:lstStyle>
            <a:lvl1pPr lvl="0" rtl="0">
              <a:lnSpc>
                <a:spcPct val="100000"/>
              </a:lnSpc>
              <a:spcBef>
                <a:spcPts val="0"/>
              </a:spcBef>
              <a:spcAft>
                <a:spcPts val="0"/>
              </a:spcAft>
              <a:buClr>
                <a:srgbClr val="1D0C35"/>
              </a:buClr>
              <a:buSzPts val="1000"/>
              <a:buFont typeface="Red Hat Text Medium"/>
              <a:buNone/>
              <a:defRPr sz="1000">
                <a:solidFill>
                  <a:srgbClr val="1D0C35"/>
                </a:solidFill>
                <a:latin typeface="Red Hat Text Medium"/>
                <a:ea typeface="Red Hat Text Medium"/>
                <a:cs typeface="Red Hat Text Medium"/>
                <a:sym typeface="Red Hat Text Medium"/>
              </a:defRPr>
            </a:lvl1pPr>
            <a:lvl2pPr lvl="1" rtl="0">
              <a:lnSpc>
                <a:spcPct val="100000"/>
              </a:lnSpc>
              <a:spcBef>
                <a:spcPts val="0"/>
              </a:spcBef>
              <a:spcAft>
                <a:spcPts val="0"/>
              </a:spcAft>
              <a:buSzPts val="1000"/>
              <a:buFont typeface="Red Hat Text Medium"/>
              <a:buNone/>
              <a:defRPr sz="1000">
                <a:latin typeface="Red Hat Text Medium"/>
                <a:ea typeface="Red Hat Text Medium"/>
                <a:cs typeface="Red Hat Text Medium"/>
                <a:sym typeface="Red Hat Text Medium"/>
              </a:defRPr>
            </a:lvl2pPr>
            <a:lvl3pPr lvl="2" rtl="0">
              <a:lnSpc>
                <a:spcPct val="100000"/>
              </a:lnSpc>
              <a:spcBef>
                <a:spcPts val="0"/>
              </a:spcBef>
              <a:spcAft>
                <a:spcPts val="0"/>
              </a:spcAft>
              <a:buSzPts val="1000"/>
              <a:buFont typeface="Red Hat Text Medium"/>
              <a:buNone/>
              <a:defRPr sz="1000">
                <a:latin typeface="Red Hat Text Medium"/>
                <a:ea typeface="Red Hat Text Medium"/>
                <a:cs typeface="Red Hat Text Medium"/>
                <a:sym typeface="Red Hat Text Medium"/>
              </a:defRPr>
            </a:lvl3pPr>
            <a:lvl4pPr lvl="3" rtl="0">
              <a:lnSpc>
                <a:spcPct val="100000"/>
              </a:lnSpc>
              <a:spcBef>
                <a:spcPts val="0"/>
              </a:spcBef>
              <a:spcAft>
                <a:spcPts val="0"/>
              </a:spcAft>
              <a:buSzPts val="1000"/>
              <a:buFont typeface="Red Hat Text Medium"/>
              <a:buNone/>
              <a:defRPr sz="1000">
                <a:latin typeface="Red Hat Text Medium"/>
                <a:ea typeface="Red Hat Text Medium"/>
                <a:cs typeface="Red Hat Text Medium"/>
                <a:sym typeface="Red Hat Text Medium"/>
              </a:defRPr>
            </a:lvl4pPr>
            <a:lvl5pPr lvl="4" rtl="0">
              <a:lnSpc>
                <a:spcPct val="100000"/>
              </a:lnSpc>
              <a:spcBef>
                <a:spcPts val="0"/>
              </a:spcBef>
              <a:spcAft>
                <a:spcPts val="0"/>
              </a:spcAft>
              <a:buSzPts val="1000"/>
              <a:buFont typeface="Red Hat Text Medium"/>
              <a:buNone/>
              <a:defRPr sz="1000">
                <a:latin typeface="Red Hat Text Medium"/>
                <a:ea typeface="Red Hat Text Medium"/>
                <a:cs typeface="Red Hat Text Medium"/>
                <a:sym typeface="Red Hat Text Medium"/>
              </a:defRPr>
            </a:lvl5pPr>
            <a:lvl6pPr lvl="5" rtl="0">
              <a:lnSpc>
                <a:spcPct val="100000"/>
              </a:lnSpc>
              <a:spcBef>
                <a:spcPts val="0"/>
              </a:spcBef>
              <a:spcAft>
                <a:spcPts val="0"/>
              </a:spcAft>
              <a:buSzPts val="1000"/>
              <a:buFont typeface="Red Hat Text Medium"/>
              <a:buNone/>
              <a:defRPr sz="1000">
                <a:latin typeface="Red Hat Text Medium"/>
                <a:ea typeface="Red Hat Text Medium"/>
                <a:cs typeface="Red Hat Text Medium"/>
                <a:sym typeface="Red Hat Text Medium"/>
              </a:defRPr>
            </a:lvl6pPr>
            <a:lvl7pPr lvl="6" rtl="0">
              <a:lnSpc>
                <a:spcPct val="100000"/>
              </a:lnSpc>
              <a:spcBef>
                <a:spcPts val="0"/>
              </a:spcBef>
              <a:spcAft>
                <a:spcPts val="0"/>
              </a:spcAft>
              <a:buSzPts val="1000"/>
              <a:buFont typeface="Red Hat Text Medium"/>
              <a:buNone/>
              <a:defRPr sz="1000">
                <a:latin typeface="Red Hat Text Medium"/>
                <a:ea typeface="Red Hat Text Medium"/>
                <a:cs typeface="Red Hat Text Medium"/>
                <a:sym typeface="Red Hat Text Medium"/>
              </a:defRPr>
            </a:lvl7pPr>
            <a:lvl8pPr lvl="7" rtl="0">
              <a:lnSpc>
                <a:spcPct val="100000"/>
              </a:lnSpc>
              <a:spcBef>
                <a:spcPts val="0"/>
              </a:spcBef>
              <a:spcAft>
                <a:spcPts val="0"/>
              </a:spcAft>
              <a:buSzPts val="1000"/>
              <a:buFont typeface="Red Hat Text Medium"/>
              <a:buNone/>
              <a:defRPr sz="1000">
                <a:latin typeface="Red Hat Text Medium"/>
                <a:ea typeface="Red Hat Text Medium"/>
                <a:cs typeface="Red Hat Text Medium"/>
                <a:sym typeface="Red Hat Text Medium"/>
              </a:defRPr>
            </a:lvl8pPr>
            <a:lvl9pPr lvl="8" rtl="0">
              <a:lnSpc>
                <a:spcPct val="100000"/>
              </a:lnSpc>
              <a:spcBef>
                <a:spcPts val="0"/>
              </a:spcBef>
              <a:spcAft>
                <a:spcPts val="0"/>
              </a:spcAft>
              <a:buSzPts val="1000"/>
              <a:buFont typeface="Red Hat Text Medium"/>
              <a:buNone/>
              <a:defRPr sz="1000">
                <a:latin typeface="Red Hat Text Medium"/>
                <a:ea typeface="Red Hat Text Medium"/>
                <a:cs typeface="Red Hat Text Medium"/>
                <a:sym typeface="Red Hat Text Medium"/>
              </a:defRPr>
            </a:lvl9pPr>
          </a:lstStyle>
          <a:p>
            <a:endParaRPr/>
          </a:p>
        </p:txBody>
      </p:sp>
      <p:sp>
        <p:nvSpPr>
          <p:cNvPr id="30" name="Google Shape;30;p6"/>
          <p:cNvSpPr txBox="1">
            <a:spLocks noGrp="1"/>
          </p:cNvSpPr>
          <p:nvPr>
            <p:ph type="title"/>
          </p:nvPr>
        </p:nvSpPr>
        <p:spPr>
          <a:xfrm>
            <a:off x="447775" y="1084561"/>
            <a:ext cx="6825000" cy="2105100"/>
          </a:xfrm>
          <a:prstGeom prst="rect">
            <a:avLst/>
          </a:prstGeom>
        </p:spPr>
        <p:txBody>
          <a:bodyPr spcFirstLastPara="1" wrap="square" lIns="438900" tIns="91425" rIns="91425" bIns="91425" anchor="t" anchorCtr="0">
            <a:noAutofit/>
          </a:bodyPr>
          <a:lstStyle>
            <a:lvl1pPr lvl="0" rtl="0">
              <a:spcBef>
                <a:spcPts val="0"/>
              </a:spcBef>
              <a:spcAft>
                <a:spcPts val="0"/>
              </a:spcAft>
              <a:buNone/>
              <a:defRPr sz="6000">
                <a:solidFill>
                  <a:schemeClr val="accent1"/>
                </a:solidFill>
              </a:defRPr>
            </a:lvl1pPr>
            <a:lvl2pPr lvl="1" rtl="0">
              <a:spcBef>
                <a:spcPts val="0"/>
              </a:spcBef>
              <a:spcAft>
                <a:spcPts val="0"/>
              </a:spcAft>
              <a:buNone/>
              <a:defRPr sz="6000">
                <a:solidFill>
                  <a:srgbClr val="000000"/>
                </a:solidFill>
              </a:defRPr>
            </a:lvl2pPr>
            <a:lvl3pPr lvl="2" rtl="0">
              <a:spcBef>
                <a:spcPts val="0"/>
              </a:spcBef>
              <a:spcAft>
                <a:spcPts val="0"/>
              </a:spcAft>
              <a:buNone/>
              <a:defRPr sz="6000">
                <a:solidFill>
                  <a:srgbClr val="000000"/>
                </a:solidFill>
              </a:defRPr>
            </a:lvl3pPr>
            <a:lvl4pPr lvl="3" rtl="0">
              <a:spcBef>
                <a:spcPts val="0"/>
              </a:spcBef>
              <a:spcAft>
                <a:spcPts val="0"/>
              </a:spcAft>
              <a:buNone/>
              <a:defRPr sz="6000">
                <a:solidFill>
                  <a:srgbClr val="000000"/>
                </a:solidFill>
              </a:defRPr>
            </a:lvl4pPr>
            <a:lvl5pPr lvl="4" rtl="0">
              <a:spcBef>
                <a:spcPts val="0"/>
              </a:spcBef>
              <a:spcAft>
                <a:spcPts val="0"/>
              </a:spcAft>
              <a:buNone/>
              <a:defRPr sz="6000">
                <a:solidFill>
                  <a:srgbClr val="000000"/>
                </a:solidFill>
              </a:defRPr>
            </a:lvl5pPr>
            <a:lvl6pPr lvl="5" rtl="0">
              <a:spcBef>
                <a:spcPts val="0"/>
              </a:spcBef>
              <a:spcAft>
                <a:spcPts val="0"/>
              </a:spcAft>
              <a:buNone/>
              <a:defRPr sz="6000">
                <a:solidFill>
                  <a:srgbClr val="000000"/>
                </a:solidFill>
              </a:defRPr>
            </a:lvl6pPr>
            <a:lvl7pPr lvl="6" rtl="0">
              <a:spcBef>
                <a:spcPts val="0"/>
              </a:spcBef>
              <a:spcAft>
                <a:spcPts val="0"/>
              </a:spcAft>
              <a:buNone/>
              <a:defRPr sz="6000">
                <a:solidFill>
                  <a:srgbClr val="000000"/>
                </a:solidFill>
              </a:defRPr>
            </a:lvl7pPr>
            <a:lvl8pPr lvl="7" rtl="0">
              <a:spcBef>
                <a:spcPts val="0"/>
              </a:spcBef>
              <a:spcAft>
                <a:spcPts val="0"/>
              </a:spcAft>
              <a:buNone/>
              <a:defRPr sz="6000">
                <a:solidFill>
                  <a:srgbClr val="000000"/>
                </a:solidFill>
              </a:defRPr>
            </a:lvl8pPr>
            <a:lvl9pPr lvl="8" rtl="0">
              <a:spcBef>
                <a:spcPts val="0"/>
              </a:spcBef>
              <a:spcAft>
                <a:spcPts val="0"/>
              </a:spcAft>
              <a:buNone/>
              <a:defRPr sz="6000">
                <a:solidFill>
                  <a:srgbClr val="000000"/>
                </a:solidFill>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Break - Light #2">
  <p:cSld name="CUSTOM_2_1_1_1">
    <p:bg>
      <p:bgPr>
        <a:blipFill>
          <a:blip r:embed="rId2">
            <a:alphaModFix/>
          </a:blip>
          <a:stretch>
            <a:fillRect/>
          </a:stretch>
        </a:blipFill>
        <a:effectLst/>
      </p:bgPr>
    </p:bg>
    <p:spTree>
      <p:nvGrpSpPr>
        <p:cNvPr id="1" name="Shape 31"/>
        <p:cNvGrpSpPr/>
        <p:nvPr/>
      </p:nvGrpSpPr>
      <p:grpSpPr>
        <a:xfrm>
          <a:off x="0" y="0"/>
          <a:ext cx="0" cy="0"/>
          <a:chOff x="0" y="0"/>
          <a:chExt cx="0" cy="0"/>
        </a:xfrm>
      </p:grpSpPr>
      <p:sp>
        <p:nvSpPr>
          <p:cNvPr id="32" name="Google Shape;32;p7"/>
          <p:cNvSpPr txBox="1">
            <a:spLocks noGrp="1"/>
          </p:cNvSpPr>
          <p:nvPr>
            <p:ph type="subTitle" idx="1"/>
          </p:nvPr>
        </p:nvSpPr>
        <p:spPr>
          <a:xfrm>
            <a:off x="447775" y="55441"/>
            <a:ext cx="5148900" cy="816300"/>
          </a:xfrm>
          <a:prstGeom prst="rect">
            <a:avLst/>
          </a:prstGeom>
        </p:spPr>
        <p:txBody>
          <a:bodyPr spcFirstLastPara="1" wrap="square" lIns="438900" tIns="91425" rIns="91425" bIns="91425" anchor="ctr" anchorCtr="0">
            <a:noAutofit/>
          </a:bodyPr>
          <a:lstStyle>
            <a:lvl1pPr lvl="0" rtl="0">
              <a:lnSpc>
                <a:spcPct val="100000"/>
              </a:lnSpc>
              <a:spcBef>
                <a:spcPts val="0"/>
              </a:spcBef>
              <a:spcAft>
                <a:spcPts val="0"/>
              </a:spcAft>
              <a:buClr>
                <a:srgbClr val="1D0C35"/>
              </a:buClr>
              <a:buSzPts val="1000"/>
              <a:buFont typeface="Red Hat Text Medium"/>
              <a:buNone/>
              <a:defRPr sz="1000">
                <a:solidFill>
                  <a:srgbClr val="1D0C35"/>
                </a:solidFill>
                <a:latin typeface="Red Hat Text Medium"/>
                <a:ea typeface="Red Hat Text Medium"/>
                <a:cs typeface="Red Hat Text Medium"/>
                <a:sym typeface="Red Hat Text Medium"/>
              </a:defRPr>
            </a:lvl1pPr>
            <a:lvl2pPr lvl="1" rtl="0">
              <a:lnSpc>
                <a:spcPct val="100000"/>
              </a:lnSpc>
              <a:spcBef>
                <a:spcPts val="0"/>
              </a:spcBef>
              <a:spcAft>
                <a:spcPts val="0"/>
              </a:spcAft>
              <a:buSzPts val="1000"/>
              <a:buFont typeface="Red Hat Text Medium"/>
              <a:buNone/>
              <a:defRPr sz="1000">
                <a:latin typeface="Red Hat Text Medium"/>
                <a:ea typeface="Red Hat Text Medium"/>
                <a:cs typeface="Red Hat Text Medium"/>
                <a:sym typeface="Red Hat Text Medium"/>
              </a:defRPr>
            </a:lvl2pPr>
            <a:lvl3pPr lvl="2" rtl="0">
              <a:lnSpc>
                <a:spcPct val="100000"/>
              </a:lnSpc>
              <a:spcBef>
                <a:spcPts val="0"/>
              </a:spcBef>
              <a:spcAft>
                <a:spcPts val="0"/>
              </a:spcAft>
              <a:buSzPts val="1000"/>
              <a:buFont typeface="Red Hat Text Medium"/>
              <a:buNone/>
              <a:defRPr sz="1000">
                <a:latin typeface="Red Hat Text Medium"/>
                <a:ea typeface="Red Hat Text Medium"/>
                <a:cs typeface="Red Hat Text Medium"/>
                <a:sym typeface="Red Hat Text Medium"/>
              </a:defRPr>
            </a:lvl3pPr>
            <a:lvl4pPr lvl="3" rtl="0">
              <a:lnSpc>
                <a:spcPct val="100000"/>
              </a:lnSpc>
              <a:spcBef>
                <a:spcPts val="0"/>
              </a:spcBef>
              <a:spcAft>
                <a:spcPts val="0"/>
              </a:spcAft>
              <a:buSzPts val="1000"/>
              <a:buFont typeface="Red Hat Text Medium"/>
              <a:buNone/>
              <a:defRPr sz="1000">
                <a:latin typeface="Red Hat Text Medium"/>
                <a:ea typeface="Red Hat Text Medium"/>
                <a:cs typeface="Red Hat Text Medium"/>
                <a:sym typeface="Red Hat Text Medium"/>
              </a:defRPr>
            </a:lvl4pPr>
            <a:lvl5pPr lvl="4" rtl="0">
              <a:lnSpc>
                <a:spcPct val="100000"/>
              </a:lnSpc>
              <a:spcBef>
                <a:spcPts val="0"/>
              </a:spcBef>
              <a:spcAft>
                <a:spcPts val="0"/>
              </a:spcAft>
              <a:buSzPts val="1000"/>
              <a:buFont typeface="Red Hat Text Medium"/>
              <a:buNone/>
              <a:defRPr sz="1000">
                <a:latin typeface="Red Hat Text Medium"/>
                <a:ea typeface="Red Hat Text Medium"/>
                <a:cs typeface="Red Hat Text Medium"/>
                <a:sym typeface="Red Hat Text Medium"/>
              </a:defRPr>
            </a:lvl5pPr>
            <a:lvl6pPr lvl="5" rtl="0">
              <a:lnSpc>
                <a:spcPct val="100000"/>
              </a:lnSpc>
              <a:spcBef>
                <a:spcPts val="0"/>
              </a:spcBef>
              <a:spcAft>
                <a:spcPts val="0"/>
              </a:spcAft>
              <a:buSzPts val="1000"/>
              <a:buFont typeface="Red Hat Text Medium"/>
              <a:buNone/>
              <a:defRPr sz="1000">
                <a:latin typeface="Red Hat Text Medium"/>
                <a:ea typeface="Red Hat Text Medium"/>
                <a:cs typeface="Red Hat Text Medium"/>
                <a:sym typeface="Red Hat Text Medium"/>
              </a:defRPr>
            </a:lvl6pPr>
            <a:lvl7pPr lvl="6" rtl="0">
              <a:lnSpc>
                <a:spcPct val="100000"/>
              </a:lnSpc>
              <a:spcBef>
                <a:spcPts val="0"/>
              </a:spcBef>
              <a:spcAft>
                <a:spcPts val="0"/>
              </a:spcAft>
              <a:buSzPts val="1000"/>
              <a:buFont typeface="Red Hat Text Medium"/>
              <a:buNone/>
              <a:defRPr sz="1000">
                <a:latin typeface="Red Hat Text Medium"/>
                <a:ea typeface="Red Hat Text Medium"/>
                <a:cs typeface="Red Hat Text Medium"/>
                <a:sym typeface="Red Hat Text Medium"/>
              </a:defRPr>
            </a:lvl7pPr>
            <a:lvl8pPr lvl="7" rtl="0">
              <a:lnSpc>
                <a:spcPct val="100000"/>
              </a:lnSpc>
              <a:spcBef>
                <a:spcPts val="0"/>
              </a:spcBef>
              <a:spcAft>
                <a:spcPts val="0"/>
              </a:spcAft>
              <a:buSzPts val="1000"/>
              <a:buFont typeface="Red Hat Text Medium"/>
              <a:buNone/>
              <a:defRPr sz="1000">
                <a:latin typeface="Red Hat Text Medium"/>
                <a:ea typeface="Red Hat Text Medium"/>
                <a:cs typeface="Red Hat Text Medium"/>
                <a:sym typeface="Red Hat Text Medium"/>
              </a:defRPr>
            </a:lvl8pPr>
            <a:lvl9pPr lvl="8" rtl="0">
              <a:lnSpc>
                <a:spcPct val="100000"/>
              </a:lnSpc>
              <a:spcBef>
                <a:spcPts val="0"/>
              </a:spcBef>
              <a:spcAft>
                <a:spcPts val="0"/>
              </a:spcAft>
              <a:buSzPts val="1000"/>
              <a:buFont typeface="Red Hat Text Medium"/>
              <a:buNone/>
              <a:defRPr sz="1000">
                <a:latin typeface="Red Hat Text Medium"/>
                <a:ea typeface="Red Hat Text Medium"/>
                <a:cs typeface="Red Hat Text Medium"/>
                <a:sym typeface="Red Hat Text Medium"/>
              </a:defRPr>
            </a:lvl9pPr>
          </a:lstStyle>
          <a:p>
            <a:endParaRPr/>
          </a:p>
        </p:txBody>
      </p:sp>
      <p:sp>
        <p:nvSpPr>
          <p:cNvPr id="33" name="Google Shape;33;p7"/>
          <p:cNvSpPr txBox="1">
            <a:spLocks noGrp="1"/>
          </p:cNvSpPr>
          <p:nvPr>
            <p:ph type="title"/>
          </p:nvPr>
        </p:nvSpPr>
        <p:spPr>
          <a:xfrm>
            <a:off x="447775" y="1084561"/>
            <a:ext cx="6825000" cy="2105100"/>
          </a:xfrm>
          <a:prstGeom prst="rect">
            <a:avLst/>
          </a:prstGeom>
        </p:spPr>
        <p:txBody>
          <a:bodyPr spcFirstLastPara="1" wrap="square" lIns="438900" tIns="91425" rIns="91425" bIns="91425" anchor="t" anchorCtr="0">
            <a:noAutofit/>
          </a:bodyPr>
          <a:lstStyle>
            <a:lvl1pPr lvl="0" rtl="0">
              <a:spcBef>
                <a:spcPts val="0"/>
              </a:spcBef>
              <a:spcAft>
                <a:spcPts val="0"/>
              </a:spcAft>
              <a:buNone/>
              <a:defRPr sz="6000">
                <a:solidFill>
                  <a:schemeClr val="accent1"/>
                </a:solidFill>
              </a:defRPr>
            </a:lvl1pPr>
            <a:lvl2pPr lvl="1" rtl="0">
              <a:spcBef>
                <a:spcPts val="0"/>
              </a:spcBef>
              <a:spcAft>
                <a:spcPts val="0"/>
              </a:spcAft>
              <a:buNone/>
              <a:defRPr sz="6000">
                <a:solidFill>
                  <a:srgbClr val="000000"/>
                </a:solidFill>
              </a:defRPr>
            </a:lvl2pPr>
            <a:lvl3pPr lvl="2" rtl="0">
              <a:spcBef>
                <a:spcPts val="0"/>
              </a:spcBef>
              <a:spcAft>
                <a:spcPts val="0"/>
              </a:spcAft>
              <a:buNone/>
              <a:defRPr sz="6000">
                <a:solidFill>
                  <a:srgbClr val="000000"/>
                </a:solidFill>
              </a:defRPr>
            </a:lvl3pPr>
            <a:lvl4pPr lvl="3" rtl="0">
              <a:spcBef>
                <a:spcPts val="0"/>
              </a:spcBef>
              <a:spcAft>
                <a:spcPts val="0"/>
              </a:spcAft>
              <a:buNone/>
              <a:defRPr sz="6000">
                <a:solidFill>
                  <a:srgbClr val="000000"/>
                </a:solidFill>
              </a:defRPr>
            </a:lvl4pPr>
            <a:lvl5pPr lvl="4" rtl="0">
              <a:spcBef>
                <a:spcPts val="0"/>
              </a:spcBef>
              <a:spcAft>
                <a:spcPts val="0"/>
              </a:spcAft>
              <a:buNone/>
              <a:defRPr sz="6000">
                <a:solidFill>
                  <a:srgbClr val="000000"/>
                </a:solidFill>
              </a:defRPr>
            </a:lvl5pPr>
            <a:lvl6pPr lvl="5" rtl="0">
              <a:spcBef>
                <a:spcPts val="0"/>
              </a:spcBef>
              <a:spcAft>
                <a:spcPts val="0"/>
              </a:spcAft>
              <a:buNone/>
              <a:defRPr sz="6000">
                <a:solidFill>
                  <a:srgbClr val="000000"/>
                </a:solidFill>
              </a:defRPr>
            </a:lvl6pPr>
            <a:lvl7pPr lvl="6" rtl="0">
              <a:spcBef>
                <a:spcPts val="0"/>
              </a:spcBef>
              <a:spcAft>
                <a:spcPts val="0"/>
              </a:spcAft>
              <a:buNone/>
              <a:defRPr sz="6000">
                <a:solidFill>
                  <a:srgbClr val="000000"/>
                </a:solidFill>
              </a:defRPr>
            </a:lvl7pPr>
            <a:lvl8pPr lvl="7" rtl="0">
              <a:spcBef>
                <a:spcPts val="0"/>
              </a:spcBef>
              <a:spcAft>
                <a:spcPts val="0"/>
              </a:spcAft>
              <a:buNone/>
              <a:defRPr sz="6000">
                <a:solidFill>
                  <a:srgbClr val="000000"/>
                </a:solidFill>
              </a:defRPr>
            </a:lvl8pPr>
            <a:lvl9pPr lvl="8" rtl="0">
              <a:spcBef>
                <a:spcPts val="0"/>
              </a:spcBef>
              <a:spcAft>
                <a:spcPts val="0"/>
              </a:spcAft>
              <a:buNone/>
              <a:defRPr sz="6000">
                <a:solidFill>
                  <a:srgbClr val="000000"/>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Break - Dark #1">
  <p:cSld name="CUSTOM_2_1_1_1_1">
    <p:bg>
      <p:bgPr>
        <a:blipFill>
          <a:blip r:embed="rId2">
            <a:alphaModFix/>
          </a:blip>
          <a:stretch>
            <a:fillRect/>
          </a:stretch>
        </a:blipFill>
        <a:effectLst/>
      </p:bgPr>
    </p:bg>
    <p:spTree>
      <p:nvGrpSpPr>
        <p:cNvPr id="1" name="Shape 34"/>
        <p:cNvGrpSpPr/>
        <p:nvPr/>
      </p:nvGrpSpPr>
      <p:grpSpPr>
        <a:xfrm>
          <a:off x="0" y="0"/>
          <a:ext cx="0" cy="0"/>
          <a:chOff x="0" y="0"/>
          <a:chExt cx="0" cy="0"/>
        </a:xfrm>
      </p:grpSpPr>
      <p:sp>
        <p:nvSpPr>
          <p:cNvPr id="35" name="Google Shape;35;p8"/>
          <p:cNvSpPr txBox="1">
            <a:spLocks noGrp="1"/>
          </p:cNvSpPr>
          <p:nvPr>
            <p:ph type="subTitle" idx="1"/>
          </p:nvPr>
        </p:nvSpPr>
        <p:spPr>
          <a:xfrm>
            <a:off x="447775" y="55441"/>
            <a:ext cx="5148900" cy="816300"/>
          </a:xfrm>
          <a:prstGeom prst="rect">
            <a:avLst/>
          </a:prstGeom>
        </p:spPr>
        <p:txBody>
          <a:bodyPr spcFirstLastPara="1" wrap="square" lIns="438900" tIns="91425" rIns="91425" bIns="91425" anchor="ctr" anchorCtr="0">
            <a:noAutofit/>
          </a:bodyPr>
          <a:lstStyle>
            <a:lvl1pPr lvl="0"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a:endParaRPr/>
          </a:p>
        </p:txBody>
      </p:sp>
      <p:sp>
        <p:nvSpPr>
          <p:cNvPr id="36" name="Google Shape;36;p8"/>
          <p:cNvSpPr txBox="1">
            <a:spLocks noGrp="1"/>
          </p:cNvSpPr>
          <p:nvPr>
            <p:ph type="title"/>
          </p:nvPr>
        </p:nvSpPr>
        <p:spPr>
          <a:xfrm>
            <a:off x="447775" y="1084561"/>
            <a:ext cx="6825000" cy="2105100"/>
          </a:xfrm>
          <a:prstGeom prst="rect">
            <a:avLst/>
          </a:prstGeom>
        </p:spPr>
        <p:txBody>
          <a:bodyPr spcFirstLastPara="1" wrap="square" lIns="438900" tIns="91425" rIns="91425" bIns="91425" anchor="t" anchorCtr="0">
            <a:noAutofit/>
          </a:bodyPr>
          <a:lstStyle>
            <a:lvl1pPr lvl="0" rtl="0">
              <a:spcBef>
                <a:spcPts val="0"/>
              </a:spcBef>
              <a:spcAft>
                <a:spcPts val="0"/>
              </a:spcAft>
              <a:buNone/>
              <a:defRPr sz="6000">
                <a:solidFill>
                  <a:schemeClr val="lt1"/>
                </a:solidFill>
              </a:defRPr>
            </a:lvl1pPr>
            <a:lvl2pPr lvl="1" rtl="0">
              <a:spcBef>
                <a:spcPts val="0"/>
              </a:spcBef>
              <a:spcAft>
                <a:spcPts val="0"/>
              </a:spcAft>
              <a:buNone/>
              <a:defRPr sz="6000">
                <a:solidFill>
                  <a:schemeClr val="lt1"/>
                </a:solidFill>
              </a:defRPr>
            </a:lvl2pPr>
            <a:lvl3pPr lvl="2" rtl="0">
              <a:spcBef>
                <a:spcPts val="0"/>
              </a:spcBef>
              <a:spcAft>
                <a:spcPts val="0"/>
              </a:spcAft>
              <a:buNone/>
              <a:defRPr sz="6000">
                <a:solidFill>
                  <a:schemeClr val="lt1"/>
                </a:solidFill>
              </a:defRPr>
            </a:lvl3pPr>
            <a:lvl4pPr lvl="3" rtl="0">
              <a:spcBef>
                <a:spcPts val="0"/>
              </a:spcBef>
              <a:spcAft>
                <a:spcPts val="0"/>
              </a:spcAft>
              <a:buNone/>
              <a:defRPr sz="6000">
                <a:solidFill>
                  <a:schemeClr val="lt1"/>
                </a:solidFill>
              </a:defRPr>
            </a:lvl4pPr>
            <a:lvl5pPr lvl="4" rtl="0">
              <a:spcBef>
                <a:spcPts val="0"/>
              </a:spcBef>
              <a:spcAft>
                <a:spcPts val="0"/>
              </a:spcAft>
              <a:buNone/>
              <a:defRPr sz="6000">
                <a:solidFill>
                  <a:schemeClr val="lt1"/>
                </a:solidFill>
              </a:defRPr>
            </a:lvl5pPr>
            <a:lvl6pPr lvl="5" rtl="0">
              <a:spcBef>
                <a:spcPts val="0"/>
              </a:spcBef>
              <a:spcAft>
                <a:spcPts val="0"/>
              </a:spcAft>
              <a:buNone/>
              <a:defRPr sz="6000">
                <a:solidFill>
                  <a:schemeClr val="lt1"/>
                </a:solidFill>
              </a:defRPr>
            </a:lvl6pPr>
            <a:lvl7pPr lvl="6" rtl="0">
              <a:spcBef>
                <a:spcPts val="0"/>
              </a:spcBef>
              <a:spcAft>
                <a:spcPts val="0"/>
              </a:spcAft>
              <a:buNone/>
              <a:defRPr sz="6000">
                <a:solidFill>
                  <a:schemeClr val="lt1"/>
                </a:solidFill>
              </a:defRPr>
            </a:lvl7pPr>
            <a:lvl8pPr lvl="7" rtl="0">
              <a:spcBef>
                <a:spcPts val="0"/>
              </a:spcBef>
              <a:spcAft>
                <a:spcPts val="0"/>
              </a:spcAft>
              <a:buNone/>
              <a:defRPr sz="6000">
                <a:solidFill>
                  <a:schemeClr val="lt1"/>
                </a:solidFill>
              </a:defRPr>
            </a:lvl8pPr>
            <a:lvl9pPr lvl="8" rtl="0">
              <a:spcBef>
                <a:spcPts val="0"/>
              </a:spcBef>
              <a:spcAft>
                <a:spcPts val="0"/>
              </a:spcAft>
              <a:buNone/>
              <a:defRPr sz="6000">
                <a:solidFill>
                  <a:schemeClr val="lt1"/>
                </a:solidFill>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Break - Dark #2">
  <p:cSld name="CUSTOM_2_1_1_1_1_1">
    <p:bg>
      <p:bgPr>
        <a:blipFill>
          <a:blip r:embed="rId2">
            <a:alphaModFix/>
          </a:blip>
          <a:stretch>
            <a:fillRect/>
          </a:stretch>
        </a:blipFill>
        <a:effectLst/>
      </p:bgPr>
    </p:bg>
    <p:spTree>
      <p:nvGrpSpPr>
        <p:cNvPr id="1" name="Shape 37"/>
        <p:cNvGrpSpPr/>
        <p:nvPr/>
      </p:nvGrpSpPr>
      <p:grpSpPr>
        <a:xfrm>
          <a:off x="0" y="0"/>
          <a:ext cx="0" cy="0"/>
          <a:chOff x="0" y="0"/>
          <a:chExt cx="0" cy="0"/>
        </a:xfrm>
      </p:grpSpPr>
      <p:sp>
        <p:nvSpPr>
          <p:cNvPr id="38" name="Google Shape;38;p9"/>
          <p:cNvSpPr txBox="1">
            <a:spLocks noGrp="1"/>
          </p:cNvSpPr>
          <p:nvPr>
            <p:ph type="subTitle" idx="1"/>
          </p:nvPr>
        </p:nvSpPr>
        <p:spPr>
          <a:xfrm>
            <a:off x="447775" y="55441"/>
            <a:ext cx="5148900" cy="816300"/>
          </a:xfrm>
          <a:prstGeom prst="rect">
            <a:avLst/>
          </a:prstGeom>
        </p:spPr>
        <p:txBody>
          <a:bodyPr spcFirstLastPara="1" wrap="square" lIns="438900" tIns="91425" rIns="91425" bIns="91425" anchor="ctr" anchorCtr="0">
            <a:noAutofit/>
          </a:bodyPr>
          <a:lstStyle>
            <a:lvl1pPr lvl="0"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a:endParaRPr/>
          </a:p>
        </p:txBody>
      </p:sp>
      <p:sp>
        <p:nvSpPr>
          <p:cNvPr id="39" name="Google Shape;39;p9"/>
          <p:cNvSpPr txBox="1">
            <a:spLocks noGrp="1"/>
          </p:cNvSpPr>
          <p:nvPr>
            <p:ph type="title"/>
          </p:nvPr>
        </p:nvSpPr>
        <p:spPr>
          <a:xfrm>
            <a:off x="447775" y="1084561"/>
            <a:ext cx="6825000" cy="2105100"/>
          </a:xfrm>
          <a:prstGeom prst="rect">
            <a:avLst/>
          </a:prstGeom>
        </p:spPr>
        <p:txBody>
          <a:bodyPr spcFirstLastPara="1" wrap="square" lIns="438900" tIns="91425" rIns="91425" bIns="91425" anchor="t" anchorCtr="0">
            <a:noAutofit/>
          </a:bodyPr>
          <a:lstStyle>
            <a:lvl1pPr lvl="0" rtl="0">
              <a:spcBef>
                <a:spcPts val="0"/>
              </a:spcBef>
              <a:spcAft>
                <a:spcPts val="0"/>
              </a:spcAft>
              <a:buNone/>
              <a:defRPr sz="6000">
                <a:solidFill>
                  <a:schemeClr val="lt1"/>
                </a:solidFill>
              </a:defRPr>
            </a:lvl1pPr>
            <a:lvl2pPr lvl="1" rtl="0">
              <a:spcBef>
                <a:spcPts val="0"/>
              </a:spcBef>
              <a:spcAft>
                <a:spcPts val="0"/>
              </a:spcAft>
              <a:buNone/>
              <a:defRPr sz="6000">
                <a:solidFill>
                  <a:schemeClr val="lt1"/>
                </a:solidFill>
              </a:defRPr>
            </a:lvl2pPr>
            <a:lvl3pPr lvl="2" rtl="0">
              <a:spcBef>
                <a:spcPts val="0"/>
              </a:spcBef>
              <a:spcAft>
                <a:spcPts val="0"/>
              </a:spcAft>
              <a:buNone/>
              <a:defRPr sz="6000">
                <a:solidFill>
                  <a:schemeClr val="lt1"/>
                </a:solidFill>
              </a:defRPr>
            </a:lvl3pPr>
            <a:lvl4pPr lvl="3" rtl="0">
              <a:spcBef>
                <a:spcPts val="0"/>
              </a:spcBef>
              <a:spcAft>
                <a:spcPts val="0"/>
              </a:spcAft>
              <a:buNone/>
              <a:defRPr sz="6000">
                <a:solidFill>
                  <a:schemeClr val="lt1"/>
                </a:solidFill>
              </a:defRPr>
            </a:lvl4pPr>
            <a:lvl5pPr lvl="4" rtl="0">
              <a:spcBef>
                <a:spcPts val="0"/>
              </a:spcBef>
              <a:spcAft>
                <a:spcPts val="0"/>
              </a:spcAft>
              <a:buNone/>
              <a:defRPr sz="6000">
                <a:solidFill>
                  <a:schemeClr val="lt1"/>
                </a:solidFill>
              </a:defRPr>
            </a:lvl5pPr>
            <a:lvl6pPr lvl="5" rtl="0">
              <a:spcBef>
                <a:spcPts val="0"/>
              </a:spcBef>
              <a:spcAft>
                <a:spcPts val="0"/>
              </a:spcAft>
              <a:buNone/>
              <a:defRPr sz="6000">
                <a:solidFill>
                  <a:schemeClr val="lt1"/>
                </a:solidFill>
              </a:defRPr>
            </a:lvl6pPr>
            <a:lvl7pPr lvl="6" rtl="0">
              <a:spcBef>
                <a:spcPts val="0"/>
              </a:spcBef>
              <a:spcAft>
                <a:spcPts val="0"/>
              </a:spcAft>
              <a:buNone/>
              <a:defRPr sz="6000">
                <a:solidFill>
                  <a:schemeClr val="lt1"/>
                </a:solidFill>
              </a:defRPr>
            </a:lvl7pPr>
            <a:lvl8pPr lvl="7" rtl="0">
              <a:spcBef>
                <a:spcPts val="0"/>
              </a:spcBef>
              <a:spcAft>
                <a:spcPts val="0"/>
              </a:spcAft>
              <a:buNone/>
              <a:defRPr sz="6000">
                <a:solidFill>
                  <a:schemeClr val="lt1"/>
                </a:solidFill>
              </a:defRPr>
            </a:lvl8pPr>
            <a:lvl9pPr lvl="8" rtl="0">
              <a:spcBef>
                <a:spcPts val="0"/>
              </a:spcBef>
              <a:spcAft>
                <a:spcPts val="0"/>
              </a:spcAft>
              <a:buNone/>
              <a:defRPr sz="6000">
                <a:solidFill>
                  <a:schemeClr val="lt1"/>
                </a:solidFill>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RHS - Summit - Closing Slide - White">
  <p:cSld name="CUSTOM_2_1_1_1_1_1_1_1_2">
    <p:bg>
      <p:bgPr>
        <a:blipFill>
          <a:blip r:embed="rId2">
            <a:alphaModFix/>
          </a:blip>
          <a:stretch>
            <a:fillRect/>
          </a:stretch>
        </a:blipFill>
        <a:effectLst/>
      </p:bgPr>
    </p:bg>
    <p:spTree>
      <p:nvGrpSpPr>
        <p:cNvPr id="1" name="Shape 40"/>
        <p:cNvGrpSpPr/>
        <p:nvPr/>
      </p:nvGrpSpPr>
      <p:grpSpPr>
        <a:xfrm>
          <a:off x="0" y="0"/>
          <a:ext cx="0" cy="0"/>
          <a:chOff x="0" y="0"/>
          <a:chExt cx="0" cy="0"/>
        </a:xfrm>
      </p:grpSpPr>
      <p:sp>
        <p:nvSpPr>
          <p:cNvPr id="41" name="Google Shape;41;p10"/>
          <p:cNvSpPr txBox="1"/>
          <p:nvPr/>
        </p:nvSpPr>
        <p:spPr>
          <a:xfrm>
            <a:off x="901292" y="2200350"/>
            <a:ext cx="4894200" cy="1293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7200">
                <a:solidFill>
                  <a:srgbClr val="1D0C35"/>
                </a:solidFill>
                <a:latin typeface="Red Hat Display"/>
                <a:ea typeface="Red Hat Display"/>
                <a:cs typeface="Red Hat Display"/>
                <a:sym typeface="Red Hat Display"/>
              </a:rPr>
              <a:t>Thank you</a:t>
            </a:r>
            <a:endParaRPr sz="7200">
              <a:solidFill>
                <a:srgbClr val="1D0C35"/>
              </a:solidFill>
              <a:latin typeface="Red Hat Display"/>
              <a:ea typeface="Red Hat Display"/>
              <a:cs typeface="Red Hat Display"/>
              <a:sym typeface="Red Hat Display"/>
            </a:endParaRPr>
          </a:p>
        </p:txBody>
      </p:sp>
      <p:grpSp>
        <p:nvGrpSpPr>
          <p:cNvPr id="42" name="Google Shape;42;p10"/>
          <p:cNvGrpSpPr/>
          <p:nvPr/>
        </p:nvGrpSpPr>
        <p:grpSpPr>
          <a:xfrm>
            <a:off x="1103254" y="4027796"/>
            <a:ext cx="8047411" cy="1050790"/>
            <a:chOff x="1164233" y="4202325"/>
            <a:chExt cx="5715491" cy="746300"/>
          </a:xfrm>
        </p:grpSpPr>
        <p:sp>
          <p:nvSpPr>
            <p:cNvPr id="43" name="Google Shape;43;p10"/>
            <p:cNvSpPr txBox="1"/>
            <p:nvPr/>
          </p:nvSpPr>
          <p:spPr>
            <a:xfrm>
              <a:off x="1407149" y="4202325"/>
              <a:ext cx="2560500" cy="241200"/>
            </a:xfrm>
            <a:prstGeom prst="rect">
              <a:avLst/>
            </a:prstGeom>
            <a:noFill/>
            <a:ln>
              <a:noFill/>
            </a:ln>
          </p:spPr>
          <p:txBody>
            <a:bodyPr spcFirstLastPara="1" wrap="square" lIns="128725" tIns="128725" rIns="128725" bIns="128725" anchor="ctr" anchorCtr="0">
              <a:noAutofit/>
            </a:bodyPr>
            <a:lstStyle/>
            <a:p>
              <a:pPr marL="0" lvl="0" indent="0" algn="l" rtl="0">
                <a:spcBef>
                  <a:spcPts val="0"/>
                </a:spcBef>
                <a:spcAft>
                  <a:spcPts val="0"/>
                </a:spcAft>
                <a:buNone/>
              </a:pPr>
              <a:r>
                <a:rPr lang="en" sz="1690">
                  <a:solidFill>
                    <a:srgbClr val="151515"/>
                  </a:solidFill>
                  <a:latin typeface="Red Hat Display"/>
                  <a:ea typeface="Red Hat Display"/>
                  <a:cs typeface="Red Hat Display"/>
                  <a:sym typeface="Red Hat Display"/>
                </a:rPr>
                <a:t>linkedin.com/company/red-hat</a:t>
              </a:r>
              <a:endParaRPr sz="1690">
                <a:solidFill>
                  <a:srgbClr val="151515"/>
                </a:solidFill>
                <a:latin typeface="Red Hat Display"/>
                <a:ea typeface="Red Hat Display"/>
                <a:cs typeface="Red Hat Display"/>
                <a:sym typeface="Red Hat Display"/>
              </a:endParaRPr>
            </a:p>
          </p:txBody>
        </p:sp>
        <p:sp>
          <p:nvSpPr>
            <p:cNvPr id="44" name="Google Shape;44;p10"/>
            <p:cNvSpPr txBox="1"/>
            <p:nvPr/>
          </p:nvSpPr>
          <p:spPr>
            <a:xfrm>
              <a:off x="1407149" y="4707425"/>
              <a:ext cx="2560500" cy="241200"/>
            </a:xfrm>
            <a:prstGeom prst="rect">
              <a:avLst/>
            </a:prstGeom>
            <a:noFill/>
            <a:ln>
              <a:noFill/>
            </a:ln>
          </p:spPr>
          <p:txBody>
            <a:bodyPr spcFirstLastPara="1" wrap="square" lIns="128725" tIns="128725" rIns="128725" bIns="128725" anchor="ctr" anchorCtr="0">
              <a:noAutofit/>
            </a:bodyPr>
            <a:lstStyle/>
            <a:p>
              <a:pPr marL="0" lvl="0" indent="0" algn="l" rtl="0">
                <a:spcBef>
                  <a:spcPts val="0"/>
                </a:spcBef>
                <a:spcAft>
                  <a:spcPts val="0"/>
                </a:spcAft>
                <a:buNone/>
              </a:pPr>
              <a:r>
                <a:rPr lang="en" sz="1690">
                  <a:solidFill>
                    <a:srgbClr val="151515"/>
                  </a:solidFill>
                  <a:latin typeface="Red Hat Display"/>
                  <a:ea typeface="Red Hat Display"/>
                  <a:cs typeface="Red Hat Display"/>
                  <a:sym typeface="Red Hat Display"/>
                </a:rPr>
                <a:t>instagram.com/red_hat</a:t>
              </a:r>
              <a:endParaRPr sz="1690">
                <a:solidFill>
                  <a:srgbClr val="151515"/>
                </a:solidFill>
                <a:latin typeface="Red Hat Display"/>
                <a:ea typeface="Red Hat Display"/>
                <a:cs typeface="Red Hat Display"/>
                <a:sym typeface="Red Hat Display"/>
              </a:endParaRPr>
            </a:p>
          </p:txBody>
        </p:sp>
        <p:sp>
          <p:nvSpPr>
            <p:cNvPr id="45" name="Google Shape;45;p10"/>
            <p:cNvSpPr txBox="1"/>
            <p:nvPr/>
          </p:nvSpPr>
          <p:spPr>
            <a:xfrm>
              <a:off x="4319224" y="4202325"/>
              <a:ext cx="2560500" cy="241200"/>
            </a:xfrm>
            <a:prstGeom prst="rect">
              <a:avLst/>
            </a:prstGeom>
            <a:noFill/>
            <a:ln>
              <a:noFill/>
            </a:ln>
          </p:spPr>
          <p:txBody>
            <a:bodyPr spcFirstLastPara="1" wrap="square" lIns="128725" tIns="128725" rIns="128725" bIns="128725" anchor="ctr" anchorCtr="0">
              <a:noAutofit/>
            </a:bodyPr>
            <a:lstStyle/>
            <a:p>
              <a:pPr marL="0" lvl="0" indent="0" algn="l" rtl="0">
                <a:spcBef>
                  <a:spcPts val="0"/>
                </a:spcBef>
                <a:spcAft>
                  <a:spcPts val="0"/>
                </a:spcAft>
                <a:buNone/>
              </a:pPr>
              <a:r>
                <a:rPr lang="en" sz="1690">
                  <a:solidFill>
                    <a:srgbClr val="151515"/>
                  </a:solidFill>
                  <a:latin typeface="Red Hat Text"/>
                  <a:ea typeface="Red Hat Text"/>
                  <a:cs typeface="Red Hat Text"/>
                  <a:sym typeface="Red Hat Text"/>
                </a:rPr>
                <a:t>facebook.com/redhat</a:t>
              </a:r>
              <a:endParaRPr sz="1690">
                <a:solidFill>
                  <a:srgbClr val="151515"/>
                </a:solidFill>
                <a:latin typeface="Red Hat Text"/>
                <a:ea typeface="Red Hat Text"/>
                <a:cs typeface="Red Hat Text"/>
                <a:sym typeface="Red Hat Text"/>
              </a:endParaRPr>
            </a:p>
          </p:txBody>
        </p:sp>
        <p:sp>
          <p:nvSpPr>
            <p:cNvPr id="46" name="Google Shape;46;p10"/>
            <p:cNvSpPr txBox="1"/>
            <p:nvPr/>
          </p:nvSpPr>
          <p:spPr>
            <a:xfrm>
              <a:off x="4319224" y="4707425"/>
              <a:ext cx="2560500" cy="241200"/>
            </a:xfrm>
            <a:prstGeom prst="rect">
              <a:avLst/>
            </a:prstGeom>
            <a:noFill/>
            <a:ln>
              <a:noFill/>
            </a:ln>
          </p:spPr>
          <p:txBody>
            <a:bodyPr spcFirstLastPara="1" wrap="square" lIns="128725" tIns="128725" rIns="128725" bIns="128725" anchor="ctr" anchorCtr="0">
              <a:noAutofit/>
            </a:bodyPr>
            <a:lstStyle/>
            <a:p>
              <a:pPr marL="0" lvl="0" indent="0" algn="l" rtl="0">
                <a:spcBef>
                  <a:spcPts val="0"/>
                </a:spcBef>
                <a:spcAft>
                  <a:spcPts val="0"/>
                </a:spcAft>
                <a:buNone/>
              </a:pPr>
              <a:r>
                <a:rPr lang="en" sz="1690">
                  <a:solidFill>
                    <a:srgbClr val="151515"/>
                  </a:solidFill>
                  <a:latin typeface="Red Hat Display"/>
                  <a:ea typeface="Red Hat Display"/>
                  <a:cs typeface="Red Hat Display"/>
                  <a:sym typeface="Red Hat Display"/>
                </a:rPr>
                <a:t>x.com/RedHatSummit</a:t>
              </a:r>
              <a:endParaRPr sz="1690">
                <a:solidFill>
                  <a:srgbClr val="151515"/>
                </a:solidFill>
                <a:latin typeface="Red Hat Display"/>
                <a:ea typeface="Red Hat Display"/>
                <a:cs typeface="Red Hat Display"/>
                <a:sym typeface="Red Hat Display"/>
              </a:endParaRPr>
            </a:p>
          </p:txBody>
        </p:sp>
        <p:pic>
          <p:nvPicPr>
            <p:cNvPr id="47" name="Google Shape;47;p10"/>
            <p:cNvPicPr preferRelativeResize="0"/>
            <p:nvPr/>
          </p:nvPicPr>
          <p:blipFill>
            <a:blip r:embed="rId3">
              <a:alphaModFix/>
            </a:blip>
            <a:stretch>
              <a:fillRect/>
            </a:stretch>
          </p:blipFill>
          <p:spPr>
            <a:xfrm>
              <a:off x="4090158" y="4713468"/>
              <a:ext cx="229074" cy="229074"/>
            </a:xfrm>
            <a:prstGeom prst="rect">
              <a:avLst/>
            </a:prstGeom>
            <a:noFill/>
            <a:ln>
              <a:noFill/>
            </a:ln>
          </p:spPr>
        </p:pic>
        <p:pic>
          <p:nvPicPr>
            <p:cNvPr id="48" name="Google Shape;48;p10"/>
            <p:cNvPicPr preferRelativeResize="0"/>
            <p:nvPr/>
          </p:nvPicPr>
          <p:blipFill>
            <a:blip r:embed="rId4">
              <a:alphaModFix/>
            </a:blip>
            <a:stretch>
              <a:fillRect/>
            </a:stretch>
          </p:blipFill>
          <p:spPr>
            <a:xfrm>
              <a:off x="4090158" y="4208368"/>
              <a:ext cx="229074" cy="229074"/>
            </a:xfrm>
            <a:prstGeom prst="rect">
              <a:avLst/>
            </a:prstGeom>
            <a:noFill/>
            <a:ln>
              <a:noFill/>
            </a:ln>
          </p:spPr>
        </p:pic>
        <p:pic>
          <p:nvPicPr>
            <p:cNvPr id="49" name="Google Shape;49;p10" title="Icon-Social_and_external-Instagram-Square-Black-RGB.png"/>
            <p:cNvPicPr preferRelativeResize="0"/>
            <p:nvPr/>
          </p:nvPicPr>
          <p:blipFill rotWithShape="1">
            <a:blip r:embed="rId5">
              <a:alphaModFix/>
            </a:blip>
            <a:srcRect/>
            <a:stretch/>
          </p:blipFill>
          <p:spPr>
            <a:xfrm>
              <a:off x="1164233" y="4713468"/>
              <a:ext cx="229075" cy="229075"/>
            </a:xfrm>
            <a:prstGeom prst="rect">
              <a:avLst/>
            </a:prstGeom>
            <a:noFill/>
            <a:ln>
              <a:noFill/>
            </a:ln>
          </p:spPr>
        </p:pic>
        <p:pic>
          <p:nvPicPr>
            <p:cNvPr id="50" name="Google Shape;50;p10"/>
            <p:cNvPicPr preferRelativeResize="0"/>
            <p:nvPr/>
          </p:nvPicPr>
          <p:blipFill>
            <a:blip r:embed="rId6">
              <a:alphaModFix/>
            </a:blip>
            <a:stretch>
              <a:fillRect/>
            </a:stretch>
          </p:blipFill>
          <p:spPr>
            <a:xfrm>
              <a:off x="1164233" y="4208368"/>
              <a:ext cx="229075" cy="229075"/>
            </a:xfrm>
            <a:prstGeom prst="rect">
              <a:avLst/>
            </a:prstGeom>
            <a:noFill/>
            <a:ln>
              <a:noFill/>
            </a:ln>
          </p:spPr>
        </p:pic>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RHS+AF - Summit - Closing Slide - White">
  <p:cSld name="CUSTOM_2_1_1_1_1_1_1_1_2_1">
    <p:bg>
      <p:bgPr>
        <a:blipFill>
          <a:blip r:embed="rId2">
            <a:alphaModFix/>
          </a:blip>
          <a:stretch>
            <a:fillRect/>
          </a:stretch>
        </a:blipFill>
        <a:effectLst/>
      </p:bgPr>
    </p:bg>
    <p:spTree>
      <p:nvGrpSpPr>
        <p:cNvPr id="1" name="Shape 51"/>
        <p:cNvGrpSpPr/>
        <p:nvPr/>
      </p:nvGrpSpPr>
      <p:grpSpPr>
        <a:xfrm>
          <a:off x="0" y="0"/>
          <a:ext cx="0" cy="0"/>
          <a:chOff x="0" y="0"/>
          <a:chExt cx="0" cy="0"/>
        </a:xfrm>
      </p:grpSpPr>
      <p:sp>
        <p:nvSpPr>
          <p:cNvPr id="52" name="Google Shape;52;p11"/>
          <p:cNvSpPr txBox="1"/>
          <p:nvPr/>
        </p:nvSpPr>
        <p:spPr>
          <a:xfrm>
            <a:off x="901292" y="2200350"/>
            <a:ext cx="4894200" cy="1293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7200">
                <a:solidFill>
                  <a:srgbClr val="1D0C35"/>
                </a:solidFill>
                <a:latin typeface="Red Hat Display"/>
                <a:ea typeface="Red Hat Display"/>
                <a:cs typeface="Red Hat Display"/>
                <a:sym typeface="Red Hat Display"/>
              </a:rPr>
              <a:t>Thank you</a:t>
            </a:r>
            <a:endParaRPr sz="7200">
              <a:solidFill>
                <a:srgbClr val="1D0C35"/>
              </a:solidFill>
              <a:latin typeface="Red Hat Display"/>
              <a:ea typeface="Red Hat Display"/>
              <a:cs typeface="Red Hat Display"/>
              <a:sym typeface="Red Hat Display"/>
            </a:endParaRPr>
          </a:p>
        </p:txBody>
      </p:sp>
      <p:grpSp>
        <p:nvGrpSpPr>
          <p:cNvPr id="53" name="Google Shape;53;p11"/>
          <p:cNvGrpSpPr/>
          <p:nvPr/>
        </p:nvGrpSpPr>
        <p:grpSpPr>
          <a:xfrm>
            <a:off x="1103254" y="4027796"/>
            <a:ext cx="8047411" cy="1050790"/>
            <a:chOff x="1164233" y="4202325"/>
            <a:chExt cx="5715491" cy="746300"/>
          </a:xfrm>
        </p:grpSpPr>
        <p:sp>
          <p:nvSpPr>
            <p:cNvPr id="54" name="Google Shape;54;p11"/>
            <p:cNvSpPr txBox="1"/>
            <p:nvPr/>
          </p:nvSpPr>
          <p:spPr>
            <a:xfrm>
              <a:off x="1407149" y="4202325"/>
              <a:ext cx="2560500" cy="241200"/>
            </a:xfrm>
            <a:prstGeom prst="rect">
              <a:avLst/>
            </a:prstGeom>
            <a:noFill/>
            <a:ln>
              <a:noFill/>
            </a:ln>
          </p:spPr>
          <p:txBody>
            <a:bodyPr spcFirstLastPara="1" wrap="square" lIns="128725" tIns="128725" rIns="128725" bIns="128725" anchor="ctr" anchorCtr="0">
              <a:noAutofit/>
            </a:bodyPr>
            <a:lstStyle/>
            <a:p>
              <a:pPr marL="0" lvl="0" indent="0" algn="l" rtl="0">
                <a:spcBef>
                  <a:spcPts val="0"/>
                </a:spcBef>
                <a:spcAft>
                  <a:spcPts val="0"/>
                </a:spcAft>
                <a:buNone/>
              </a:pPr>
              <a:r>
                <a:rPr lang="en" sz="1690">
                  <a:solidFill>
                    <a:srgbClr val="151515"/>
                  </a:solidFill>
                  <a:latin typeface="Red Hat Display"/>
                  <a:ea typeface="Red Hat Display"/>
                  <a:cs typeface="Red Hat Display"/>
                  <a:sym typeface="Red Hat Display"/>
                </a:rPr>
                <a:t>linkedin.com/company/red-hat</a:t>
              </a:r>
              <a:endParaRPr sz="1690">
                <a:solidFill>
                  <a:srgbClr val="151515"/>
                </a:solidFill>
                <a:latin typeface="Red Hat Display"/>
                <a:ea typeface="Red Hat Display"/>
                <a:cs typeface="Red Hat Display"/>
                <a:sym typeface="Red Hat Display"/>
              </a:endParaRPr>
            </a:p>
          </p:txBody>
        </p:sp>
        <p:sp>
          <p:nvSpPr>
            <p:cNvPr id="55" name="Google Shape;55;p11"/>
            <p:cNvSpPr txBox="1"/>
            <p:nvPr/>
          </p:nvSpPr>
          <p:spPr>
            <a:xfrm>
              <a:off x="1407149" y="4707425"/>
              <a:ext cx="2560500" cy="241200"/>
            </a:xfrm>
            <a:prstGeom prst="rect">
              <a:avLst/>
            </a:prstGeom>
            <a:noFill/>
            <a:ln>
              <a:noFill/>
            </a:ln>
          </p:spPr>
          <p:txBody>
            <a:bodyPr spcFirstLastPara="1" wrap="square" lIns="128725" tIns="128725" rIns="128725" bIns="128725" anchor="ctr" anchorCtr="0">
              <a:noAutofit/>
            </a:bodyPr>
            <a:lstStyle/>
            <a:p>
              <a:pPr marL="0" lvl="0" indent="0" algn="l" rtl="0">
                <a:spcBef>
                  <a:spcPts val="0"/>
                </a:spcBef>
                <a:spcAft>
                  <a:spcPts val="0"/>
                </a:spcAft>
                <a:buNone/>
              </a:pPr>
              <a:r>
                <a:rPr lang="en" sz="1690">
                  <a:solidFill>
                    <a:srgbClr val="151515"/>
                  </a:solidFill>
                  <a:latin typeface="Red Hat Display"/>
                  <a:ea typeface="Red Hat Display"/>
                  <a:cs typeface="Red Hat Display"/>
                  <a:sym typeface="Red Hat Display"/>
                </a:rPr>
                <a:t>instagram.com/red_hat</a:t>
              </a:r>
              <a:endParaRPr sz="1690">
                <a:solidFill>
                  <a:srgbClr val="151515"/>
                </a:solidFill>
                <a:latin typeface="Red Hat Display"/>
                <a:ea typeface="Red Hat Display"/>
                <a:cs typeface="Red Hat Display"/>
                <a:sym typeface="Red Hat Display"/>
              </a:endParaRPr>
            </a:p>
          </p:txBody>
        </p:sp>
        <p:sp>
          <p:nvSpPr>
            <p:cNvPr id="56" name="Google Shape;56;p11"/>
            <p:cNvSpPr txBox="1"/>
            <p:nvPr/>
          </p:nvSpPr>
          <p:spPr>
            <a:xfrm>
              <a:off x="4319224" y="4202325"/>
              <a:ext cx="2560500" cy="241200"/>
            </a:xfrm>
            <a:prstGeom prst="rect">
              <a:avLst/>
            </a:prstGeom>
            <a:noFill/>
            <a:ln>
              <a:noFill/>
            </a:ln>
          </p:spPr>
          <p:txBody>
            <a:bodyPr spcFirstLastPara="1" wrap="square" lIns="128725" tIns="128725" rIns="128725" bIns="128725" anchor="ctr" anchorCtr="0">
              <a:noAutofit/>
            </a:bodyPr>
            <a:lstStyle/>
            <a:p>
              <a:pPr marL="0" lvl="0" indent="0" algn="l" rtl="0">
                <a:spcBef>
                  <a:spcPts val="0"/>
                </a:spcBef>
                <a:spcAft>
                  <a:spcPts val="0"/>
                </a:spcAft>
                <a:buNone/>
              </a:pPr>
              <a:r>
                <a:rPr lang="en" sz="1690">
                  <a:solidFill>
                    <a:srgbClr val="151515"/>
                  </a:solidFill>
                  <a:latin typeface="Red Hat Text"/>
                  <a:ea typeface="Red Hat Text"/>
                  <a:cs typeface="Red Hat Text"/>
                  <a:sym typeface="Red Hat Text"/>
                </a:rPr>
                <a:t>facebook.com/redhat</a:t>
              </a:r>
              <a:endParaRPr sz="1690">
                <a:solidFill>
                  <a:srgbClr val="151515"/>
                </a:solidFill>
                <a:latin typeface="Red Hat Text"/>
                <a:ea typeface="Red Hat Text"/>
                <a:cs typeface="Red Hat Text"/>
                <a:sym typeface="Red Hat Text"/>
              </a:endParaRPr>
            </a:p>
          </p:txBody>
        </p:sp>
        <p:sp>
          <p:nvSpPr>
            <p:cNvPr id="57" name="Google Shape;57;p11"/>
            <p:cNvSpPr txBox="1"/>
            <p:nvPr/>
          </p:nvSpPr>
          <p:spPr>
            <a:xfrm>
              <a:off x="4319224" y="4707425"/>
              <a:ext cx="2560500" cy="241200"/>
            </a:xfrm>
            <a:prstGeom prst="rect">
              <a:avLst/>
            </a:prstGeom>
            <a:noFill/>
            <a:ln>
              <a:noFill/>
            </a:ln>
          </p:spPr>
          <p:txBody>
            <a:bodyPr spcFirstLastPara="1" wrap="square" lIns="128725" tIns="128725" rIns="128725" bIns="128725" anchor="ctr" anchorCtr="0">
              <a:noAutofit/>
            </a:bodyPr>
            <a:lstStyle/>
            <a:p>
              <a:pPr marL="0" lvl="0" indent="0" algn="l" rtl="0">
                <a:spcBef>
                  <a:spcPts val="0"/>
                </a:spcBef>
                <a:spcAft>
                  <a:spcPts val="0"/>
                </a:spcAft>
                <a:buNone/>
              </a:pPr>
              <a:r>
                <a:rPr lang="en" sz="1690">
                  <a:solidFill>
                    <a:srgbClr val="151515"/>
                  </a:solidFill>
                  <a:latin typeface="Red Hat Display"/>
                  <a:ea typeface="Red Hat Display"/>
                  <a:cs typeface="Red Hat Display"/>
                  <a:sym typeface="Red Hat Display"/>
                </a:rPr>
                <a:t>x.com/RedHatSummit</a:t>
              </a:r>
              <a:endParaRPr sz="1690">
                <a:solidFill>
                  <a:srgbClr val="151515"/>
                </a:solidFill>
                <a:latin typeface="Red Hat Display"/>
                <a:ea typeface="Red Hat Display"/>
                <a:cs typeface="Red Hat Display"/>
                <a:sym typeface="Red Hat Display"/>
              </a:endParaRPr>
            </a:p>
          </p:txBody>
        </p:sp>
        <p:pic>
          <p:nvPicPr>
            <p:cNvPr id="58" name="Google Shape;58;p11"/>
            <p:cNvPicPr preferRelativeResize="0"/>
            <p:nvPr/>
          </p:nvPicPr>
          <p:blipFill>
            <a:blip r:embed="rId3">
              <a:alphaModFix/>
            </a:blip>
            <a:stretch>
              <a:fillRect/>
            </a:stretch>
          </p:blipFill>
          <p:spPr>
            <a:xfrm>
              <a:off x="4090158" y="4713468"/>
              <a:ext cx="229074" cy="229074"/>
            </a:xfrm>
            <a:prstGeom prst="rect">
              <a:avLst/>
            </a:prstGeom>
            <a:noFill/>
            <a:ln>
              <a:noFill/>
            </a:ln>
          </p:spPr>
        </p:pic>
        <p:pic>
          <p:nvPicPr>
            <p:cNvPr id="59" name="Google Shape;59;p11"/>
            <p:cNvPicPr preferRelativeResize="0"/>
            <p:nvPr/>
          </p:nvPicPr>
          <p:blipFill>
            <a:blip r:embed="rId4">
              <a:alphaModFix/>
            </a:blip>
            <a:stretch>
              <a:fillRect/>
            </a:stretch>
          </p:blipFill>
          <p:spPr>
            <a:xfrm>
              <a:off x="4090158" y="4208368"/>
              <a:ext cx="229074" cy="229074"/>
            </a:xfrm>
            <a:prstGeom prst="rect">
              <a:avLst/>
            </a:prstGeom>
            <a:noFill/>
            <a:ln>
              <a:noFill/>
            </a:ln>
          </p:spPr>
        </p:pic>
        <p:pic>
          <p:nvPicPr>
            <p:cNvPr id="60" name="Google Shape;60;p11" title="Icon-Social_and_external-Instagram-Square-Black-RGB.png"/>
            <p:cNvPicPr preferRelativeResize="0"/>
            <p:nvPr/>
          </p:nvPicPr>
          <p:blipFill rotWithShape="1">
            <a:blip r:embed="rId5">
              <a:alphaModFix/>
            </a:blip>
            <a:srcRect/>
            <a:stretch/>
          </p:blipFill>
          <p:spPr>
            <a:xfrm>
              <a:off x="1164233" y="4713468"/>
              <a:ext cx="229075" cy="229075"/>
            </a:xfrm>
            <a:prstGeom prst="rect">
              <a:avLst/>
            </a:prstGeom>
            <a:noFill/>
            <a:ln>
              <a:noFill/>
            </a:ln>
          </p:spPr>
        </p:pic>
        <p:pic>
          <p:nvPicPr>
            <p:cNvPr id="61" name="Google Shape;61;p11"/>
            <p:cNvPicPr preferRelativeResize="0"/>
            <p:nvPr/>
          </p:nvPicPr>
          <p:blipFill>
            <a:blip r:embed="rId6">
              <a:alphaModFix/>
            </a:blip>
            <a:stretch>
              <a:fillRect/>
            </a:stretch>
          </p:blipFill>
          <p:spPr>
            <a:xfrm>
              <a:off x="1164233" y="4208368"/>
              <a:ext cx="229075" cy="229075"/>
            </a:xfrm>
            <a:prstGeom prst="rect">
              <a:avLst/>
            </a:prstGeom>
            <a:noFill/>
            <a:ln>
              <a:noFill/>
            </a:ln>
          </p:spPr>
        </p:pic>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RHS - Summit - Closing Slide - Blue &amp; Red">
  <p:cSld name="CUSTOM_2_1_1_1_1_1_1_1_1_1_2_2">
    <p:bg>
      <p:bgPr>
        <a:blipFill>
          <a:blip r:embed="rId2">
            <a:alphaModFix/>
          </a:blip>
          <a:stretch>
            <a:fillRect/>
          </a:stretch>
        </a:blipFill>
        <a:effectLst/>
      </p:bgPr>
    </p:bg>
    <p:spTree>
      <p:nvGrpSpPr>
        <p:cNvPr id="1" name="Shape 62"/>
        <p:cNvGrpSpPr/>
        <p:nvPr/>
      </p:nvGrpSpPr>
      <p:grpSpPr>
        <a:xfrm>
          <a:off x="0" y="0"/>
          <a:ext cx="0" cy="0"/>
          <a:chOff x="0" y="0"/>
          <a:chExt cx="0" cy="0"/>
        </a:xfrm>
      </p:grpSpPr>
      <p:sp>
        <p:nvSpPr>
          <p:cNvPr id="63" name="Google Shape;63;p12"/>
          <p:cNvSpPr txBox="1"/>
          <p:nvPr/>
        </p:nvSpPr>
        <p:spPr>
          <a:xfrm>
            <a:off x="901292" y="2200350"/>
            <a:ext cx="4894200" cy="1293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7200">
                <a:solidFill>
                  <a:schemeClr val="lt1"/>
                </a:solidFill>
                <a:latin typeface="Red Hat Display"/>
                <a:ea typeface="Red Hat Display"/>
                <a:cs typeface="Red Hat Display"/>
                <a:sym typeface="Red Hat Display"/>
              </a:rPr>
              <a:t>Thank you</a:t>
            </a:r>
            <a:endParaRPr sz="7200">
              <a:solidFill>
                <a:schemeClr val="lt1"/>
              </a:solidFill>
              <a:latin typeface="Red Hat Display"/>
              <a:ea typeface="Red Hat Display"/>
              <a:cs typeface="Red Hat Display"/>
              <a:sym typeface="Red Hat Display"/>
            </a:endParaRPr>
          </a:p>
        </p:txBody>
      </p:sp>
      <p:pic>
        <p:nvPicPr>
          <p:cNvPr id="64" name="Google Shape;64;p12"/>
          <p:cNvPicPr preferRelativeResize="0"/>
          <p:nvPr/>
        </p:nvPicPr>
        <p:blipFill rotWithShape="1">
          <a:blip r:embed="rId3">
            <a:alphaModFix/>
          </a:blip>
          <a:srcRect/>
          <a:stretch/>
        </p:blipFill>
        <p:spPr>
          <a:xfrm>
            <a:off x="4339576" y="7311049"/>
            <a:ext cx="170097" cy="170097"/>
          </a:xfrm>
          <a:prstGeom prst="rect">
            <a:avLst/>
          </a:prstGeom>
          <a:noFill/>
          <a:ln>
            <a:noFill/>
          </a:ln>
        </p:spPr>
      </p:pic>
      <p:sp>
        <p:nvSpPr>
          <p:cNvPr id="65" name="Google Shape;65;p12"/>
          <p:cNvSpPr txBox="1"/>
          <p:nvPr/>
        </p:nvSpPr>
        <p:spPr>
          <a:xfrm>
            <a:off x="4759971" y="7055441"/>
            <a:ext cx="2730900" cy="4203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000000"/>
              </a:buClr>
              <a:buSzPts val="1100"/>
              <a:buFont typeface="Arial"/>
              <a:buNone/>
            </a:pPr>
            <a:r>
              <a:rPr lang="en" sz="800" b="1">
                <a:solidFill>
                  <a:srgbClr val="595959"/>
                </a:solidFill>
                <a:latin typeface="Red Hat Display"/>
                <a:ea typeface="Red Hat Display"/>
                <a:cs typeface="Red Hat Display"/>
                <a:sym typeface="Red Hat Display"/>
              </a:rPr>
              <a:t>@redhat</a:t>
            </a:r>
            <a:endParaRPr sz="800" b="1">
              <a:solidFill>
                <a:srgbClr val="595959"/>
              </a:solidFill>
              <a:latin typeface="Red Hat Display"/>
              <a:ea typeface="Red Hat Display"/>
              <a:cs typeface="Red Hat Display"/>
              <a:sym typeface="Red Hat Display"/>
            </a:endParaRPr>
          </a:p>
          <a:p>
            <a:pPr marL="0" lvl="0" indent="0" algn="l" rtl="0">
              <a:lnSpc>
                <a:spcPct val="115000"/>
              </a:lnSpc>
              <a:spcBef>
                <a:spcPts val="0"/>
              </a:spcBef>
              <a:spcAft>
                <a:spcPts val="0"/>
              </a:spcAft>
              <a:buClr>
                <a:srgbClr val="000000"/>
              </a:buClr>
              <a:buSzPts val="1100"/>
              <a:buFont typeface="Arial"/>
              <a:buNone/>
            </a:pPr>
            <a:endParaRPr sz="800" b="1">
              <a:solidFill>
                <a:srgbClr val="595959"/>
              </a:solidFill>
              <a:latin typeface="Red Hat Display"/>
              <a:ea typeface="Red Hat Display"/>
              <a:cs typeface="Red Hat Display"/>
              <a:sym typeface="Red Hat Display"/>
            </a:endParaRPr>
          </a:p>
          <a:p>
            <a:pPr marL="0" lvl="0" indent="0" algn="l" rtl="0">
              <a:lnSpc>
                <a:spcPct val="115000"/>
              </a:lnSpc>
              <a:spcBef>
                <a:spcPts val="0"/>
              </a:spcBef>
              <a:spcAft>
                <a:spcPts val="0"/>
              </a:spcAft>
              <a:buClr>
                <a:srgbClr val="000000"/>
              </a:buClr>
              <a:buSzPts val="1100"/>
              <a:buFont typeface="Arial"/>
              <a:buNone/>
            </a:pPr>
            <a:r>
              <a:rPr lang="en" sz="800" b="1">
                <a:solidFill>
                  <a:srgbClr val="595959"/>
                </a:solidFill>
                <a:latin typeface="Red Hat Display"/>
                <a:ea typeface="Red Hat Display"/>
                <a:cs typeface="Red Hat Display"/>
                <a:sym typeface="Red Hat Display"/>
              </a:rPr>
              <a:t>linkedin.com/company/red-hat</a:t>
            </a:r>
            <a:endParaRPr sz="800" b="1">
              <a:solidFill>
                <a:srgbClr val="595959"/>
              </a:solidFill>
              <a:latin typeface="Red Hat Display"/>
              <a:ea typeface="Red Hat Display"/>
              <a:cs typeface="Red Hat Display"/>
              <a:sym typeface="Red Hat Display"/>
            </a:endParaRPr>
          </a:p>
        </p:txBody>
      </p:sp>
      <p:grpSp>
        <p:nvGrpSpPr>
          <p:cNvPr id="66" name="Google Shape;66;p12"/>
          <p:cNvGrpSpPr/>
          <p:nvPr/>
        </p:nvGrpSpPr>
        <p:grpSpPr>
          <a:xfrm>
            <a:off x="1103274" y="4037496"/>
            <a:ext cx="7973682" cy="1041163"/>
            <a:chOff x="1012520" y="4049925"/>
            <a:chExt cx="5715491" cy="746300"/>
          </a:xfrm>
        </p:grpSpPr>
        <p:sp>
          <p:nvSpPr>
            <p:cNvPr id="67" name="Google Shape;67;p12"/>
            <p:cNvSpPr txBox="1"/>
            <p:nvPr/>
          </p:nvSpPr>
          <p:spPr>
            <a:xfrm>
              <a:off x="1255436" y="4049925"/>
              <a:ext cx="2560500" cy="241200"/>
            </a:xfrm>
            <a:prstGeom prst="rect">
              <a:avLst/>
            </a:prstGeom>
            <a:noFill/>
            <a:ln>
              <a:noFill/>
            </a:ln>
          </p:spPr>
          <p:txBody>
            <a:bodyPr spcFirstLastPara="1" wrap="square" lIns="127550" tIns="127550" rIns="127550" bIns="127550" anchor="ctr" anchorCtr="0">
              <a:noAutofit/>
            </a:bodyPr>
            <a:lstStyle/>
            <a:p>
              <a:pPr marL="0" lvl="0" indent="0" algn="l" rtl="0">
                <a:spcBef>
                  <a:spcPts val="0"/>
                </a:spcBef>
                <a:spcAft>
                  <a:spcPts val="0"/>
                </a:spcAft>
                <a:buNone/>
              </a:pPr>
              <a:r>
                <a:rPr lang="en" sz="1674">
                  <a:solidFill>
                    <a:srgbClr val="FFFFFF"/>
                  </a:solidFill>
                  <a:latin typeface="Red Hat Display"/>
                  <a:ea typeface="Red Hat Display"/>
                  <a:cs typeface="Red Hat Display"/>
                  <a:sym typeface="Red Hat Display"/>
                </a:rPr>
                <a:t>linkedin.com/company/red-hat</a:t>
              </a:r>
              <a:endParaRPr sz="1674">
                <a:solidFill>
                  <a:srgbClr val="FFFFFF"/>
                </a:solidFill>
                <a:latin typeface="Red Hat Display"/>
                <a:ea typeface="Red Hat Display"/>
                <a:cs typeface="Red Hat Display"/>
                <a:sym typeface="Red Hat Display"/>
              </a:endParaRPr>
            </a:p>
          </p:txBody>
        </p:sp>
        <p:sp>
          <p:nvSpPr>
            <p:cNvPr id="68" name="Google Shape;68;p12"/>
            <p:cNvSpPr txBox="1"/>
            <p:nvPr/>
          </p:nvSpPr>
          <p:spPr>
            <a:xfrm>
              <a:off x="1255436" y="4555025"/>
              <a:ext cx="2560500" cy="241200"/>
            </a:xfrm>
            <a:prstGeom prst="rect">
              <a:avLst/>
            </a:prstGeom>
            <a:noFill/>
            <a:ln>
              <a:noFill/>
            </a:ln>
          </p:spPr>
          <p:txBody>
            <a:bodyPr spcFirstLastPara="1" wrap="square" lIns="127550" tIns="127550" rIns="127550" bIns="127550" anchor="ctr" anchorCtr="0">
              <a:noAutofit/>
            </a:bodyPr>
            <a:lstStyle/>
            <a:p>
              <a:pPr marL="0" lvl="0" indent="0" algn="l" rtl="0">
                <a:spcBef>
                  <a:spcPts val="0"/>
                </a:spcBef>
                <a:spcAft>
                  <a:spcPts val="0"/>
                </a:spcAft>
                <a:buNone/>
              </a:pPr>
              <a:r>
                <a:rPr lang="en" sz="1674">
                  <a:solidFill>
                    <a:srgbClr val="FFFFFF"/>
                  </a:solidFill>
                  <a:latin typeface="Red Hat Display"/>
                  <a:ea typeface="Red Hat Display"/>
                  <a:cs typeface="Red Hat Display"/>
                  <a:sym typeface="Red Hat Display"/>
                </a:rPr>
                <a:t>instagram.com/red_hat</a:t>
              </a:r>
              <a:endParaRPr sz="1674">
                <a:solidFill>
                  <a:srgbClr val="FFFFFF"/>
                </a:solidFill>
                <a:latin typeface="Red Hat Display"/>
                <a:ea typeface="Red Hat Display"/>
                <a:cs typeface="Red Hat Display"/>
                <a:sym typeface="Red Hat Display"/>
              </a:endParaRPr>
            </a:p>
          </p:txBody>
        </p:sp>
        <p:sp>
          <p:nvSpPr>
            <p:cNvPr id="69" name="Google Shape;69;p12"/>
            <p:cNvSpPr txBox="1"/>
            <p:nvPr/>
          </p:nvSpPr>
          <p:spPr>
            <a:xfrm>
              <a:off x="4167511" y="4049925"/>
              <a:ext cx="2560500" cy="241200"/>
            </a:xfrm>
            <a:prstGeom prst="rect">
              <a:avLst/>
            </a:prstGeom>
            <a:noFill/>
            <a:ln>
              <a:noFill/>
            </a:ln>
          </p:spPr>
          <p:txBody>
            <a:bodyPr spcFirstLastPara="1" wrap="square" lIns="127550" tIns="127550" rIns="127550" bIns="127550" anchor="ctr" anchorCtr="0">
              <a:noAutofit/>
            </a:bodyPr>
            <a:lstStyle/>
            <a:p>
              <a:pPr marL="0" lvl="0" indent="0" algn="l" rtl="0">
                <a:spcBef>
                  <a:spcPts val="0"/>
                </a:spcBef>
                <a:spcAft>
                  <a:spcPts val="0"/>
                </a:spcAft>
                <a:buNone/>
              </a:pPr>
              <a:r>
                <a:rPr lang="en" sz="1674">
                  <a:solidFill>
                    <a:srgbClr val="FFFFFF"/>
                  </a:solidFill>
                  <a:latin typeface="Red Hat Text"/>
                  <a:ea typeface="Red Hat Text"/>
                  <a:cs typeface="Red Hat Text"/>
                  <a:sym typeface="Red Hat Text"/>
                </a:rPr>
                <a:t>facebook.com/redhat</a:t>
              </a:r>
              <a:endParaRPr sz="1674">
                <a:solidFill>
                  <a:srgbClr val="FFFFFF"/>
                </a:solidFill>
                <a:latin typeface="Red Hat Text"/>
                <a:ea typeface="Red Hat Text"/>
                <a:cs typeface="Red Hat Text"/>
                <a:sym typeface="Red Hat Text"/>
              </a:endParaRPr>
            </a:p>
          </p:txBody>
        </p:sp>
        <p:sp>
          <p:nvSpPr>
            <p:cNvPr id="70" name="Google Shape;70;p12"/>
            <p:cNvSpPr txBox="1"/>
            <p:nvPr/>
          </p:nvSpPr>
          <p:spPr>
            <a:xfrm>
              <a:off x="4167511" y="4555025"/>
              <a:ext cx="2560500" cy="241200"/>
            </a:xfrm>
            <a:prstGeom prst="rect">
              <a:avLst/>
            </a:prstGeom>
            <a:noFill/>
            <a:ln>
              <a:noFill/>
            </a:ln>
          </p:spPr>
          <p:txBody>
            <a:bodyPr spcFirstLastPara="1" wrap="square" lIns="127550" tIns="127550" rIns="127550" bIns="127550" anchor="ctr" anchorCtr="0">
              <a:noAutofit/>
            </a:bodyPr>
            <a:lstStyle/>
            <a:p>
              <a:pPr marL="0" lvl="0" indent="0" algn="l" rtl="0">
                <a:spcBef>
                  <a:spcPts val="0"/>
                </a:spcBef>
                <a:spcAft>
                  <a:spcPts val="0"/>
                </a:spcAft>
                <a:buNone/>
              </a:pPr>
              <a:r>
                <a:rPr lang="en" sz="1674">
                  <a:solidFill>
                    <a:srgbClr val="FFFFFF"/>
                  </a:solidFill>
                  <a:latin typeface="Red Hat Display"/>
                  <a:ea typeface="Red Hat Display"/>
                  <a:cs typeface="Red Hat Display"/>
                  <a:sym typeface="Red Hat Display"/>
                </a:rPr>
                <a:t>x.com/RedHatSummit</a:t>
              </a:r>
              <a:endParaRPr sz="1674">
                <a:solidFill>
                  <a:srgbClr val="FFFFFF"/>
                </a:solidFill>
                <a:latin typeface="Red Hat Display"/>
                <a:ea typeface="Red Hat Display"/>
                <a:cs typeface="Red Hat Display"/>
                <a:sym typeface="Red Hat Display"/>
              </a:endParaRPr>
            </a:p>
          </p:txBody>
        </p:sp>
        <p:pic>
          <p:nvPicPr>
            <p:cNvPr id="71" name="Google Shape;71;p12"/>
            <p:cNvPicPr preferRelativeResize="0"/>
            <p:nvPr/>
          </p:nvPicPr>
          <p:blipFill>
            <a:blip r:embed="rId4">
              <a:alphaModFix/>
            </a:blip>
            <a:stretch>
              <a:fillRect/>
            </a:stretch>
          </p:blipFill>
          <p:spPr>
            <a:xfrm>
              <a:off x="3938445" y="4561068"/>
              <a:ext cx="229074" cy="229074"/>
            </a:xfrm>
            <a:prstGeom prst="rect">
              <a:avLst/>
            </a:prstGeom>
            <a:noFill/>
            <a:ln>
              <a:noFill/>
            </a:ln>
          </p:spPr>
        </p:pic>
        <p:pic>
          <p:nvPicPr>
            <p:cNvPr id="72" name="Google Shape;72;p12"/>
            <p:cNvPicPr preferRelativeResize="0"/>
            <p:nvPr/>
          </p:nvPicPr>
          <p:blipFill>
            <a:blip r:embed="rId5">
              <a:alphaModFix/>
            </a:blip>
            <a:stretch>
              <a:fillRect/>
            </a:stretch>
          </p:blipFill>
          <p:spPr>
            <a:xfrm>
              <a:off x="3938445" y="4055968"/>
              <a:ext cx="229074" cy="229074"/>
            </a:xfrm>
            <a:prstGeom prst="rect">
              <a:avLst/>
            </a:prstGeom>
            <a:noFill/>
            <a:ln>
              <a:noFill/>
            </a:ln>
          </p:spPr>
        </p:pic>
        <p:pic>
          <p:nvPicPr>
            <p:cNvPr id="73" name="Google Shape;73;p12" title="Icon-Social_and_external-Instagram-Square-White-RGB.png"/>
            <p:cNvPicPr preferRelativeResize="0"/>
            <p:nvPr/>
          </p:nvPicPr>
          <p:blipFill rotWithShape="1">
            <a:blip r:embed="rId6">
              <a:alphaModFix/>
            </a:blip>
            <a:srcRect/>
            <a:stretch/>
          </p:blipFill>
          <p:spPr>
            <a:xfrm>
              <a:off x="1012520" y="4561068"/>
              <a:ext cx="229075" cy="229075"/>
            </a:xfrm>
            <a:prstGeom prst="rect">
              <a:avLst/>
            </a:prstGeom>
            <a:noFill/>
            <a:ln>
              <a:noFill/>
            </a:ln>
          </p:spPr>
        </p:pic>
        <p:pic>
          <p:nvPicPr>
            <p:cNvPr id="74" name="Google Shape;74;p12"/>
            <p:cNvPicPr preferRelativeResize="0"/>
            <p:nvPr/>
          </p:nvPicPr>
          <p:blipFill>
            <a:blip r:embed="rId7">
              <a:alphaModFix/>
            </a:blip>
            <a:stretch>
              <a:fillRect/>
            </a:stretch>
          </p:blipFill>
          <p:spPr>
            <a:xfrm>
              <a:off x="1012520" y="4055968"/>
              <a:ext cx="229075" cy="229075"/>
            </a:xfrm>
            <a:prstGeom prst="rect">
              <a:avLst/>
            </a:prstGeom>
            <a:noFill/>
            <a:ln>
              <a:noFill/>
            </a:ln>
          </p:spPr>
        </p:pic>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RHS+AF - Summit - Closing Slide - Blue &amp; Red">
  <p:cSld name="CUSTOM_2_1_1_1_1_1_1_1_1_1_2_2_1">
    <p:bg>
      <p:bgPr>
        <a:blipFill>
          <a:blip r:embed="rId2">
            <a:alphaModFix/>
          </a:blip>
          <a:stretch>
            <a:fillRect/>
          </a:stretch>
        </a:blipFill>
        <a:effectLst/>
      </p:bgPr>
    </p:bg>
    <p:spTree>
      <p:nvGrpSpPr>
        <p:cNvPr id="1" name="Shape 75"/>
        <p:cNvGrpSpPr/>
        <p:nvPr/>
      </p:nvGrpSpPr>
      <p:grpSpPr>
        <a:xfrm>
          <a:off x="0" y="0"/>
          <a:ext cx="0" cy="0"/>
          <a:chOff x="0" y="0"/>
          <a:chExt cx="0" cy="0"/>
        </a:xfrm>
      </p:grpSpPr>
      <p:sp>
        <p:nvSpPr>
          <p:cNvPr id="76" name="Google Shape;76;p13"/>
          <p:cNvSpPr txBox="1"/>
          <p:nvPr/>
        </p:nvSpPr>
        <p:spPr>
          <a:xfrm>
            <a:off x="901292" y="2200350"/>
            <a:ext cx="4894200" cy="1293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7200">
                <a:solidFill>
                  <a:schemeClr val="lt1"/>
                </a:solidFill>
                <a:latin typeface="Red Hat Display"/>
                <a:ea typeface="Red Hat Display"/>
                <a:cs typeface="Red Hat Display"/>
                <a:sym typeface="Red Hat Display"/>
              </a:rPr>
              <a:t>Thank you</a:t>
            </a:r>
            <a:endParaRPr sz="7200">
              <a:solidFill>
                <a:schemeClr val="lt1"/>
              </a:solidFill>
              <a:latin typeface="Red Hat Display"/>
              <a:ea typeface="Red Hat Display"/>
              <a:cs typeface="Red Hat Display"/>
              <a:sym typeface="Red Hat Display"/>
            </a:endParaRPr>
          </a:p>
        </p:txBody>
      </p:sp>
      <p:grpSp>
        <p:nvGrpSpPr>
          <p:cNvPr id="77" name="Google Shape;77;p13"/>
          <p:cNvGrpSpPr/>
          <p:nvPr/>
        </p:nvGrpSpPr>
        <p:grpSpPr>
          <a:xfrm>
            <a:off x="1103274" y="4037496"/>
            <a:ext cx="7973682" cy="1041163"/>
            <a:chOff x="1012520" y="4049925"/>
            <a:chExt cx="5715491" cy="746300"/>
          </a:xfrm>
        </p:grpSpPr>
        <p:sp>
          <p:nvSpPr>
            <p:cNvPr id="78" name="Google Shape;78;p13"/>
            <p:cNvSpPr txBox="1"/>
            <p:nvPr/>
          </p:nvSpPr>
          <p:spPr>
            <a:xfrm>
              <a:off x="1255436" y="4049925"/>
              <a:ext cx="2560500" cy="241200"/>
            </a:xfrm>
            <a:prstGeom prst="rect">
              <a:avLst/>
            </a:prstGeom>
            <a:noFill/>
            <a:ln>
              <a:noFill/>
            </a:ln>
          </p:spPr>
          <p:txBody>
            <a:bodyPr spcFirstLastPara="1" wrap="square" lIns="127550" tIns="127550" rIns="127550" bIns="127550" anchor="ctr" anchorCtr="0">
              <a:noAutofit/>
            </a:bodyPr>
            <a:lstStyle/>
            <a:p>
              <a:pPr marL="0" lvl="0" indent="0" algn="l" rtl="0">
                <a:spcBef>
                  <a:spcPts val="0"/>
                </a:spcBef>
                <a:spcAft>
                  <a:spcPts val="0"/>
                </a:spcAft>
                <a:buNone/>
              </a:pPr>
              <a:r>
                <a:rPr lang="en" sz="1674">
                  <a:solidFill>
                    <a:srgbClr val="FFFFFF"/>
                  </a:solidFill>
                  <a:latin typeface="Red Hat Display"/>
                  <a:ea typeface="Red Hat Display"/>
                  <a:cs typeface="Red Hat Display"/>
                  <a:sym typeface="Red Hat Display"/>
                </a:rPr>
                <a:t>linkedin.com/company/red-hat</a:t>
              </a:r>
              <a:endParaRPr sz="1674">
                <a:solidFill>
                  <a:srgbClr val="FFFFFF"/>
                </a:solidFill>
                <a:latin typeface="Red Hat Display"/>
                <a:ea typeface="Red Hat Display"/>
                <a:cs typeface="Red Hat Display"/>
                <a:sym typeface="Red Hat Display"/>
              </a:endParaRPr>
            </a:p>
          </p:txBody>
        </p:sp>
        <p:sp>
          <p:nvSpPr>
            <p:cNvPr id="79" name="Google Shape;79;p13"/>
            <p:cNvSpPr txBox="1"/>
            <p:nvPr/>
          </p:nvSpPr>
          <p:spPr>
            <a:xfrm>
              <a:off x="1255436" y="4555025"/>
              <a:ext cx="2560500" cy="241200"/>
            </a:xfrm>
            <a:prstGeom prst="rect">
              <a:avLst/>
            </a:prstGeom>
            <a:noFill/>
            <a:ln>
              <a:noFill/>
            </a:ln>
          </p:spPr>
          <p:txBody>
            <a:bodyPr spcFirstLastPara="1" wrap="square" lIns="127550" tIns="127550" rIns="127550" bIns="127550" anchor="ctr" anchorCtr="0">
              <a:noAutofit/>
            </a:bodyPr>
            <a:lstStyle/>
            <a:p>
              <a:pPr marL="0" lvl="0" indent="0" algn="l" rtl="0">
                <a:spcBef>
                  <a:spcPts val="0"/>
                </a:spcBef>
                <a:spcAft>
                  <a:spcPts val="0"/>
                </a:spcAft>
                <a:buNone/>
              </a:pPr>
              <a:r>
                <a:rPr lang="en" sz="1674">
                  <a:solidFill>
                    <a:srgbClr val="FFFFFF"/>
                  </a:solidFill>
                  <a:latin typeface="Red Hat Display"/>
                  <a:ea typeface="Red Hat Display"/>
                  <a:cs typeface="Red Hat Display"/>
                  <a:sym typeface="Red Hat Display"/>
                </a:rPr>
                <a:t>instagram.com/red_hat</a:t>
              </a:r>
              <a:endParaRPr sz="1674">
                <a:solidFill>
                  <a:srgbClr val="FFFFFF"/>
                </a:solidFill>
                <a:latin typeface="Red Hat Display"/>
                <a:ea typeface="Red Hat Display"/>
                <a:cs typeface="Red Hat Display"/>
                <a:sym typeface="Red Hat Display"/>
              </a:endParaRPr>
            </a:p>
          </p:txBody>
        </p:sp>
        <p:sp>
          <p:nvSpPr>
            <p:cNvPr id="80" name="Google Shape;80;p13"/>
            <p:cNvSpPr txBox="1"/>
            <p:nvPr/>
          </p:nvSpPr>
          <p:spPr>
            <a:xfrm>
              <a:off x="4167511" y="4049925"/>
              <a:ext cx="2560500" cy="241200"/>
            </a:xfrm>
            <a:prstGeom prst="rect">
              <a:avLst/>
            </a:prstGeom>
            <a:noFill/>
            <a:ln>
              <a:noFill/>
            </a:ln>
          </p:spPr>
          <p:txBody>
            <a:bodyPr spcFirstLastPara="1" wrap="square" lIns="127550" tIns="127550" rIns="127550" bIns="127550" anchor="ctr" anchorCtr="0">
              <a:noAutofit/>
            </a:bodyPr>
            <a:lstStyle/>
            <a:p>
              <a:pPr marL="0" lvl="0" indent="0" algn="l" rtl="0">
                <a:spcBef>
                  <a:spcPts val="0"/>
                </a:spcBef>
                <a:spcAft>
                  <a:spcPts val="0"/>
                </a:spcAft>
                <a:buNone/>
              </a:pPr>
              <a:r>
                <a:rPr lang="en" sz="1674">
                  <a:solidFill>
                    <a:srgbClr val="FFFFFF"/>
                  </a:solidFill>
                  <a:latin typeface="Red Hat Text"/>
                  <a:ea typeface="Red Hat Text"/>
                  <a:cs typeface="Red Hat Text"/>
                  <a:sym typeface="Red Hat Text"/>
                </a:rPr>
                <a:t>facebook.com/redhat</a:t>
              </a:r>
              <a:endParaRPr sz="1674">
                <a:solidFill>
                  <a:srgbClr val="FFFFFF"/>
                </a:solidFill>
                <a:latin typeface="Red Hat Text"/>
                <a:ea typeface="Red Hat Text"/>
                <a:cs typeface="Red Hat Text"/>
                <a:sym typeface="Red Hat Text"/>
              </a:endParaRPr>
            </a:p>
          </p:txBody>
        </p:sp>
        <p:sp>
          <p:nvSpPr>
            <p:cNvPr id="81" name="Google Shape;81;p13"/>
            <p:cNvSpPr txBox="1"/>
            <p:nvPr/>
          </p:nvSpPr>
          <p:spPr>
            <a:xfrm>
              <a:off x="4167511" y="4555025"/>
              <a:ext cx="2560500" cy="241200"/>
            </a:xfrm>
            <a:prstGeom prst="rect">
              <a:avLst/>
            </a:prstGeom>
            <a:noFill/>
            <a:ln>
              <a:noFill/>
            </a:ln>
          </p:spPr>
          <p:txBody>
            <a:bodyPr spcFirstLastPara="1" wrap="square" lIns="127550" tIns="127550" rIns="127550" bIns="127550" anchor="ctr" anchorCtr="0">
              <a:noAutofit/>
            </a:bodyPr>
            <a:lstStyle/>
            <a:p>
              <a:pPr marL="0" lvl="0" indent="0" algn="l" rtl="0">
                <a:spcBef>
                  <a:spcPts val="0"/>
                </a:spcBef>
                <a:spcAft>
                  <a:spcPts val="0"/>
                </a:spcAft>
                <a:buNone/>
              </a:pPr>
              <a:r>
                <a:rPr lang="en" sz="1674">
                  <a:solidFill>
                    <a:srgbClr val="FFFFFF"/>
                  </a:solidFill>
                  <a:latin typeface="Red Hat Display"/>
                  <a:ea typeface="Red Hat Display"/>
                  <a:cs typeface="Red Hat Display"/>
                  <a:sym typeface="Red Hat Display"/>
                </a:rPr>
                <a:t>x.com/RedHatSummit</a:t>
              </a:r>
              <a:endParaRPr sz="1674">
                <a:solidFill>
                  <a:srgbClr val="FFFFFF"/>
                </a:solidFill>
                <a:latin typeface="Red Hat Display"/>
                <a:ea typeface="Red Hat Display"/>
                <a:cs typeface="Red Hat Display"/>
                <a:sym typeface="Red Hat Display"/>
              </a:endParaRPr>
            </a:p>
          </p:txBody>
        </p:sp>
        <p:pic>
          <p:nvPicPr>
            <p:cNvPr id="82" name="Google Shape;82;p13"/>
            <p:cNvPicPr preferRelativeResize="0"/>
            <p:nvPr/>
          </p:nvPicPr>
          <p:blipFill>
            <a:blip r:embed="rId3">
              <a:alphaModFix/>
            </a:blip>
            <a:stretch>
              <a:fillRect/>
            </a:stretch>
          </p:blipFill>
          <p:spPr>
            <a:xfrm>
              <a:off x="3938445" y="4561068"/>
              <a:ext cx="229074" cy="229074"/>
            </a:xfrm>
            <a:prstGeom prst="rect">
              <a:avLst/>
            </a:prstGeom>
            <a:noFill/>
            <a:ln>
              <a:noFill/>
            </a:ln>
          </p:spPr>
        </p:pic>
        <p:pic>
          <p:nvPicPr>
            <p:cNvPr id="83" name="Google Shape;83;p13"/>
            <p:cNvPicPr preferRelativeResize="0"/>
            <p:nvPr/>
          </p:nvPicPr>
          <p:blipFill>
            <a:blip r:embed="rId4">
              <a:alphaModFix/>
            </a:blip>
            <a:stretch>
              <a:fillRect/>
            </a:stretch>
          </p:blipFill>
          <p:spPr>
            <a:xfrm>
              <a:off x="3938445" y="4055968"/>
              <a:ext cx="229074" cy="229074"/>
            </a:xfrm>
            <a:prstGeom prst="rect">
              <a:avLst/>
            </a:prstGeom>
            <a:noFill/>
            <a:ln>
              <a:noFill/>
            </a:ln>
          </p:spPr>
        </p:pic>
        <p:pic>
          <p:nvPicPr>
            <p:cNvPr id="84" name="Google Shape;84;p13" title="Icon-Social_and_external-Instagram-Square-White-RGB.png"/>
            <p:cNvPicPr preferRelativeResize="0"/>
            <p:nvPr/>
          </p:nvPicPr>
          <p:blipFill rotWithShape="1">
            <a:blip r:embed="rId5">
              <a:alphaModFix/>
            </a:blip>
            <a:srcRect/>
            <a:stretch/>
          </p:blipFill>
          <p:spPr>
            <a:xfrm>
              <a:off x="1012520" y="4561068"/>
              <a:ext cx="229075" cy="229075"/>
            </a:xfrm>
            <a:prstGeom prst="rect">
              <a:avLst/>
            </a:prstGeom>
            <a:noFill/>
            <a:ln>
              <a:noFill/>
            </a:ln>
          </p:spPr>
        </p:pic>
        <p:pic>
          <p:nvPicPr>
            <p:cNvPr id="85" name="Google Shape;85;p13"/>
            <p:cNvPicPr preferRelativeResize="0"/>
            <p:nvPr/>
          </p:nvPicPr>
          <p:blipFill>
            <a:blip r:embed="rId6">
              <a:alphaModFix/>
            </a:blip>
            <a:stretch>
              <a:fillRect/>
            </a:stretch>
          </p:blipFill>
          <p:spPr>
            <a:xfrm>
              <a:off x="1012520" y="4055968"/>
              <a:ext cx="229075" cy="229075"/>
            </a:xfrm>
            <a:prstGeom prst="rect">
              <a:avLst/>
            </a:prstGeom>
            <a:noFill/>
            <a:ln>
              <a:noFill/>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ontent Slide #1">
  <p:cSld name="CUSTOM_4_18">
    <p:spTree>
      <p:nvGrpSpPr>
        <p:cNvPr id="1" name="Shape 86"/>
        <p:cNvGrpSpPr/>
        <p:nvPr/>
      </p:nvGrpSpPr>
      <p:grpSpPr>
        <a:xfrm>
          <a:off x="0" y="0"/>
          <a:ext cx="0" cy="0"/>
          <a:chOff x="0" y="0"/>
          <a:chExt cx="0" cy="0"/>
        </a:xfrm>
      </p:grpSpPr>
      <p:sp>
        <p:nvSpPr>
          <p:cNvPr id="87" name="Google Shape;87;p14"/>
          <p:cNvSpPr txBox="1">
            <a:spLocks noGrp="1"/>
          </p:cNvSpPr>
          <p:nvPr>
            <p:ph type="subTitle" idx="1"/>
          </p:nvPr>
        </p:nvSpPr>
        <p:spPr>
          <a:xfrm>
            <a:off x="447775" y="55441"/>
            <a:ext cx="5148900" cy="816300"/>
          </a:xfrm>
          <a:prstGeom prst="rect">
            <a:avLst/>
          </a:prstGeom>
        </p:spPr>
        <p:txBody>
          <a:bodyPr spcFirstLastPara="1" wrap="square" lIns="438900" tIns="91425" rIns="91425" bIns="91425" anchor="ctr" anchorCtr="0">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a:endParaRPr/>
          </a:p>
        </p:txBody>
      </p:sp>
      <p:cxnSp>
        <p:nvCxnSpPr>
          <p:cNvPr id="88" name="Google Shape;88;p14"/>
          <p:cNvCxnSpPr/>
          <p:nvPr/>
        </p:nvCxnSpPr>
        <p:spPr>
          <a:xfrm rot="10800000">
            <a:off x="447775" y="100"/>
            <a:ext cx="0" cy="886500"/>
          </a:xfrm>
          <a:prstGeom prst="straightConnector1">
            <a:avLst/>
          </a:prstGeom>
          <a:noFill/>
          <a:ln w="9525" cap="flat" cmpd="sng">
            <a:solidFill>
              <a:schemeClr val="accent1"/>
            </a:solidFill>
            <a:prstDash val="solid"/>
            <a:round/>
            <a:headEnd type="none" w="med" len="med"/>
            <a:tailEnd type="none" w="med" len="med"/>
          </a:ln>
        </p:spPr>
      </p:cxnSp>
      <p:cxnSp>
        <p:nvCxnSpPr>
          <p:cNvPr id="89" name="Google Shape;89;p14"/>
          <p:cNvCxnSpPr/>
          <p:nvPr/>
        </p:nvCxnSpPr>
        <p:spPr>
          <a:xfrm rot="10800000">
            <a:off x="447767" y="6401400"/>
            <a:ext cx="0" cy="456600"/>
          </a:xfrm>
          <a:prstGeom prst="straightConnector1">
            <a:avLst/>
          </a:prstGeom>
          <a:noFill/>
          <a:ln w="9525" cap="flat" cmpd="sng">
            <a:solidFill>
              <a:schemeClr val="accent1"/>
            </a:solidFill>
            <a:prstDash val="solid"/>
            <a:round/>
            <a:headEnd type="none" w="med" len="med"/>
            <a:tailEnd type="none" w="med" len="med"/>
          </a:ln>
        </p:spPr>
      </p:cxnSp>
      <p:sp>
        <p:nvSpPr>
          <p:cNvPr id="90" name="Google Shape;90;p14"/>
          <p:cNvSpPr txBox="1">
            <a:spLocks noGrp="1"/>
          </p:cNvSpPr>
          <p:nvPr>
            <p:ph type="sldNum" idx="12"/>
          </p:nvPr>
        </p:nvSpPr>
        <p:spPr>
          <a:xfrm>
            <a:off x="81975" y="6169556"/>
            <a:ext cx="731700" cy="143700"/>
          </a:xfrm>
          <a:prstGeom prst="rect">
            <a:avLst/>
          </a:prstGeom>
          <a:noFill/>
          <a:ln>
            <a:noFill/>
          </a:ln>
        </p:spPr>
        <p:txBody>
          <a:bodyPr spcFirstLastPara="1" wrap="square" lIns="0" tIns="0" rIns="0" bIns="0" anchor="b" anchorCtr="0">
            <a:noAutofit/>
          </a:bodyPr>
          <a:lstStyle>
            <a:lvl1pPr lvl="0" algn="ctr" rtl="0">
              <a:buNone/>
              <a:defRPr sz="800">
                <a:solidFill>
                  <a:srgbClr val="1D0C35"/>
                </a:solidFill>
                <a:latin typeface="Red Hat Text Medium"/>
                <a:ea typeface="Red Hat Text Medium"/>
                <a:cs typeface="Red Hat Text Medium"/>
                <a:sym typeface="Red Hat Text Medium"/>
              </a:defRPr>
            </a:lvl1pPr>
            <a:lvl2pPr lvl="1" algn="ctr" rtl="0">
              <a:buNone/>
              <a:defRPr sz="800">
                <a:solidFill>
                  <a:srgbClr val="1D0C35"/>
                </a:solidFill>
                <a:latin typeface="Red Hat Text Medium"/>
                <a:ea typeface="Red Hat Text Medium"/>
                <a:cs typeface="Red Hat Text Medium"/>
                <a:sym typeface="Red Hat Text Medium"/>
              </a:defRPr>
            </a:lvl2pPr>
            <a:lvl3pPr lvl="2" algn="ctr" rtl="0">
              <a:buNone/>
              <a:defRPr sz="800">
                <a:solidFill>
                  <a:srgbClr val="1D0C35"/>
                </a:solidFill>
                <a:latin typeface="Red Hat Text Medium"/>
                <a:ea typeface="Red Hat Text Medium"/>
                <a:cs typeface="Red Hat Text Medium"/>
                <a:sym typeface="Red Hat Text Medium"/>
              </a:defRPr>
            </a:lvl3pPr>
            <a:lvl4pPr lvl="3" algn="ctr" rtl="0">
              <a:buNone/>
              <a:defRPr sz="800">
                <a:solidFill>
                  <a:srgbClr val="1D0C35"/>
                </a:solidFill>
                <a:latin typeface="Red Hat Text Medium"/>
                <a:ea typeface="Red Hat Text Medium"/>
                <a:cs typeface="Red Hat Text Medium"/>
                <a:sym typeface="Red Hat Text Medium"/>
              </a:defRPr>
            </a:lvl4pPr>
            <a:lvl5pPr lvl="4" algn="ctr" rtl="0">
              <a:buNone/>
              <a:defRPr sz="800">
                <a:solidFill>
                  <a:srgbClr val="1D0C35"/>
                </a:solidFill>
                <a:latin typeface="Red Hat Text Medium"/>
                <a:ea typeface="Red Hat Text Medium"/>
                <a:cs typeface="Red Hat Text Medium"/>
                <a:sym typeface="Red Hat Text Medium"/>
              </a:defRPr>
            </a:lvl5pPr>
            <a:lvl6pPr lvl="5" algn="ctr" rtl="0">
              <a:buNone/>
              <a:defRPr sz="800">
                <a:solidFill>
                  <a:srgbClr val="1D0C35"/>
                </a:solidFill>
                <a:latin typeface="Red Hat Text Medium"/>
                <a:ea typeface="Red Hat Text Medium"/>
                <a:cs typeface="Red Hat Text Medium"/>
                <a:sym typeface="Red Hat Text Medium"/>
              </a:defRPr>
            </a:lvl6pPr>
            <a:lvl7pPr lvl="6" algn="ctr" rtl="0">
              <a:buNone/>
              <a:defRPr sz="800">
                <a:solidFill>
                  <a:srgbClr val="1D0C35"/>
                </a:solidFill>
                <a:latin typeface="Red Hat Text Medium"/>
                <a:ea typeface="Red Hat Text Medium"/>
                <a:cs typeface="Red Hat Text Medium"/>
                <a:sym typeface="Red Hat Text Medium"/>
              </a:defRPr>
            </a:lvl7pPr>
            <a:lvl8pPr lvl="7" algn="ctr" rtl="0">
              <a:buNone/>
              <a:defRPr sz="800">
                <a:solidFill>
                  <a:srgbClr val="1D0C35"/>
                </a:solidFill>
                <a:latin typeface="Red Hat Text Medium"/>
                <a:ea typeface="Red Hat Text Medium"/>
                <a:cs typeface="Red Hat Text Medium"/>
                <a:sym typeface="Red Hat Text Medium"/>
              </a:defRPr>
            </a:lvl8pPr>
            <a:lvl9pPr lvl="8" algn="ctr" rtl="0">
              <a:buNone/>
              <a:defRPr sz="800">
                <a:solidFill>
                  <a:srgbClr val="1D0C35"/>
                </a:solidFill>
                <a:latin typeface="Red Hat Text Medium"/>
                <a:ea typeface="Red Hat Text Medium"/>
                <a:cs typeface="Red Hat Text Medium"/>
                <a:sym typeface="Red Hat Text Medium"/>
              </a:defRPr>
            </a:lvl9pPr>
          </a:lstStyle>
          <a:p>
            <a:pPr marL="0" lvl="0" indent="0" algn="ctr" rtl="0">
              <a:spcBef>
                <a:spcPts val="0"/>
              </a:spcBef>
              <a:spcAft>
                <a:spcPts val="0"/>
              </a:spcAft>
              <a:buNone/>
            </a:pPr>
            <a:fld id="{00000000-1234-1234-1234-123412341234}" type="slidenum">
              <a:rPr lang="en"/>
              <a:t>‹#›</a:t>
            </a:fld>
            <a:endParaRPr/>
          </a:p>
        </p:txBody>
      </p:sp>
      <p:pic>
        <p:nvPicPr>
          <p:cNvPr id="91" name="Google Shape;91;p14"/>
          <p:cNvPicPr preferRelativeResize="0"/>
          <p:nvPr/>
        </p:nvPicPr>
        <p:blipFill rotWithShape="1">
          <a:blip r:embed="rId2">
            <a:alphaModFix/>
          </a:blip>
          <a:srcRect t="328" b="318"/>
          <a:stretch/>
        </p:blipFill>
        <p:spPr>
          <a:xfrm>
            <a:off x="10711279" y="6313250"/>
            <a:ext cx="975850" cy="228121"/>
          </a:xfrm>
          <a:prstGeom prst="rect">
            <a:avLst/>
          </a:prstGeom>
          <a:noFill/>
          <a:ln>
            <a:noFill/>
          </a:ln>
        </p:spPr>
      </p:pic>
      <p:sp>
        <p:nvSpPr>
          <p:cNvPr id="92" name="Google Shape;92;p14"/>
          <p:cNvSpPr txBox="1">
            <a:spLocks noGrp="1"/>
          </p:cNvSpPr>
          <p:nvPr>
            <p:ph type="subTitle" idx="2"/>
          </p:nvPr>
        </p:nvSpPr>
        <p:spPr>
          <a:xfrm>
            <a:off x="885050" y="6169550"/>
            <a:ext cx="8002500" cy="559800"/>
          </a:xfrm>
          <a:prstGeom prst="rect">
            <a:avLst/>
          </a:prstGeom>
        </p:spPr>
        <p:txBody>
          <a:bodyPr spcFirstLastPara="1" wrap="square" lIns="0" tIns="0" rIns="0" bIns="0" anchor="b" anchorCtr="0">
            <a:noAutofit/>
          </a:bodyPr>
          <a:lstStyle>
            <a:lvl1pPr lvl="0" rtl="0">
              <a:lnSpc>
                <a:spcPct val="115000"/>
              </a:lnSpc>
              <a:spcBef>
                <a:spcPts val="0"/>
              </a:spcBef>
              <a:spcAft>
                <a:spcPts val="0"/>
              </a:spcAft>
              <a:buNone/>
              <a:defRPr sz="800">
                <a:solidFill>
                  <a:srgbClr val="1D0C35"/>
                </a:solidFill>
              </a:defRPr>
            </a:lvl1pPr>
            <a:lvl2pPr lvl="1" rtl="0">
              <a:lnSpc>
                <a:spcPct val="115000"/>
              </a:lnSpc>
              <a:spcBef>
                <a:spcPts val="0"/>
              </a:spcBef>
              <a:spcAft>
                <a:spcPts val="0"/>
              </a:spcAft>
              <a:buNone/>
              <a:defRPr sz="800">
                <a:solidFill>
                  <a:srgbClr val="1D0C35"/>
                </a:solidFill>
              </a:defRPr>
            </a:lvl2pPr>
            <a:lvl3pPr lvl="2" rtl="0">
              <a:lnSpc>
                <a:spcPct val="115000"/>
              </a:lnSpc>
              <a:spcBef>
                <a:spcPts val="0"/>
              </a:spcBef>
              <a:spcAft>
                <a:spcPts val="0"/>
              </a:spcAft>
              <a:buNone/>
              <a:defRPr sz="800">
                <a:solidFill>
                  <a:srgbClr val="1D0C35"/>
                </a:solidFill>
              </a:defRPr>
            </a:lvl3pPr>
            <a:lvl4pPr lvl="3" rtl="0">
              <a:lnSpc>
                <a:spcPct val="115000"/>
              </a:lnSpc>
              <a:spcBef>
                <a:spcPts val="0"/>
              </a:spcBef>
              <a:spcAft>
                <a:spcPts val="0"/>
              </a:spcAft>
              <a:buNone/>
              <a:defRPr sz="800">
                <a:solidFill>
                  <a:srgbClr val="1D0C35"/>
                </a:solidFill>
              </a:defRPr>
            </a:lvl4pPr>
            <a:lvl5pPr lvl="4" rtl="0">
              <a:lnSpc>
                <a:spcPct val="115000"/>
              </a:lnSpc>
              <a:spcBef>
                <a:spcPts val="0"/>
              </a:spcBef>
              <a:spcAft>
                <a:spcPts val="0"/>
              </a:spcAft>
              <a:buNone/>
              <a:defRPr sz="800">
                <a:solidFill>
                  <a:srgbClr val="1D0C35"/>
                </a:solidFill>
              </a:defRPr>
            </a:lvl5pPr>
            <a:lvl6pPr lvl="5" rtl="0">
              <a:lnSpc>
                <a:spcPct val="115000"/>
              </a:lnSpc>
              <a:spcBef>
                <a:spcPts val="0"/>
              </a:spcBef>
              <a:spcAft>
                <a:spcPts val="0"/>
              </a:spcAft>
              <a:buNone/>
              <a:defRPr sz="800">
                <a:solidFill>
                  <a:srgbClr val="1D0C35"/>
                </a:solidFill>
              </a:defRPr>
            </a:lvl6pPr>
            <a:lvl7pPr lvl="6" rtl="0">
              <a:lnSpc>
                <a:spcPct val="115000"/>
              </a:lnSpc>
              <a:spcBef>
                <a:spcPts val="0"/>
              </a:spcBef>
              <a:spcAft>
                <a:spcPts val="0"/>
              </a:spcAft>
              <a:buNone/>
              <a:defRPr sz="800">
                <a:solidFill>
                  <a:srgbClr val="1D0C35"/>
                </a:solidFill>
              </a:defRPr>
            </a:lvl7pPr>
            <a:lvl8pPr lvl="7" rtl="0">
              <a:lnSpc>
                <a:spcPct val="115000"/>
              </a:lnSpc>
              <a:spcBef>
                <a:spcPts val="0"/>
              </a:spcBef>
              <a:spcAft>
                <a:spcPts val="0"/>
              </a:spcAft>
              <a:buNone/>
              <a:defRPr sz="800">
                <a:solidFill>
                  <a:srgbClr val="1D0C35"/>
                </a:solidFill>
              </a:defRPr>
            </a:lvl8pPr>
            <a:lvl9pPr lvl="8" rtl="0">
              <a:lnSpc>
                <a:spcPct val="115000"/>
              </a:lnSpc>
              <a:spcBef>
                <a:spcPts val="0"/>
              </a:spcBef>
              <a:spcAft>
                <a:spcPts val="0"/>
              </a:spcAft>
              <a:buNone/>
              <a:defRPr sz="800">
                <a:solidFill>
                  <a:srgbClr val="1D0C35"/>
                </a:solidFill>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ontent Slide #2">
  <p:cSld name="CUSTOM_4_17">
    <p:spTree>
      <p:nvGrpSpPr>
        <p:cNvPr id="1" name="Shape 93"/>
        <p:cNvGrpSpPr/>
        <p:nvPr/>
      </p:nvGrpSpPr>
      <p:grpSpPr>
        <a:xfrm>
          <a:off x="0" y="0"/>
          <a:ext cx="0" cy="0"/>
          <a:chOff x="0" y="0"/>
          <a:chExt cx="0" cy="0"/>
        </a:xfrm>
      </p:grpSpPr>
      <p:sp>
        <p:nvSpPr>
          <p:cNvPr id="94" name="Google Shape;94;p15"/>
          <p:cNvSpPr txBox="1">
            <a:spLocks noGrp="1"/>
          </p:cNvSpPr>
          <p:nvPr>
            <p:ph type="subTitle" idx="1"/>
          </p:nvPr>
        </p:nvSpPr>
        <p:spPr>
          <a:xfrm>
            <a:off x="447775" y="55441"/>
            <a:ext cx="5148900" cy="816300"/>
          </a:xfrm>
          <a:prstGeom prst="rect">
            <a:avLst/>
          </a:prstGeom>
        </p:spPr>
        <p:txBody>
          <a:bodyPr spcFirstLastPara="1" wrap="square" lIns="438900" tIns="91425" rIns="91425" bIns="91425" anchor="ctr" anchorCtr="0">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a:endParaRPr/>
          </a:p>
        </p:txBody>
      </p:sp>
      <p:sp>
        <p:nvSpPr>
          <p:cNvPr id="95" name="Google Shape;95;p15"/>
          <p:cNvSpPr txBox="1">
            <a:spLocks noGrp="1"/>
          </p:cNvSpPr>
          <p:nvPr>
            <p:ph type="title"/>
          </p:nvPr>
        </p:nvSpPr>
        <p:spPr>
          <a:xfrm>
            <a:off x="885050" y="871750"/>
            <a:ext cx="10422000" cy="553200"/>
          </a:xfrm>
          <a:prstGeom prst="rect">
            <a:avLst/>
          </a:prstGeom>
        </p:spPr>
        <p:txBody>
          <a:bodyPr spcFirstLastPara="1" wrap="square" lIns="0" tIns="0" rIns="0" bIns="0" anchor="t" anchorCtr="0">
            <a:noAutofit/>
          </a:bodyPr>
          <a:lstStyle>
            <a:lvl1pPr lvl="0" algn="ctr" rtl="0">
              <a:lnSpc>
                <a:spcPct val="130000"/>
              </a:lnSpc>
              <a:spcBef>
                <a:spcPts val="0"/>
              </a:spcBef>
              <a:spcAft>
                <a:spcPts val="0"/>
              </a:spcAft>
              <a:buNone/>
              <a:defRPr sz="2600">
                <a:solidFill>
                  <a:srgbClr val="1D0C35"/>
                </a:solidFill>
              </a:defRPr>
            </a:lvl1pPr>
            <a:lvl2pPr lvl="1" algn="ctr" rtl="0">
              <a:lnSpc>
                <a:spcPct val="130000"/>
              </a:lnSpc>
              <a:spcBef>
                <a:spcPts val="0"/>
              </a:spcBef>
              <a:spcAft>
                <a:spcPts val="0"/>
              </a:spcAft>
              <a:buNone/>
              <a:defRPr sz="2600"/>
            </a:lvl2pPr>
            <a:lvl3pPr lvl="2" algn="ctr" rtl="0">
              <a:lnSpc>
                <a:spcPct val="130000"/>
              </a:lnSpc>
              <a:spcBef>
                <a:spcPts val="0"/>
              </a:spcBef>
              <a:spcAft>
                <a:spcPts val="0"/>
              </a:spcAft>
              <a:buNone/>
              <a:defRPr sz="2600"/>
            </a:lvl3pPr>
            <a:lvl4pPr lvl="3" algn="ctr" rtl="0">
              <a:lnSpc>
                <a:spcPct val="130000"/>
              </a:lnSpc>
              <a:spcBef>
                <a:spcPts val="0"/>
              </a:spcBef>
              <a:spcAft>
                <a:spcPts val="0"/>
              </a:spcAft>
              <a:buNone/>
              <a:defRPr sz="2600"/>
            </a:lvl4pPr>
            <a:lvl5pPr lvl="4" algn="ctr" rtl="0">
              <a:lnSpc>
                <a:spcPct val="130000"/>
              </a:lnSpc>
              <a:spcBef>
                <a:spcPts val="0"/>
              </a:spcBef>
              <a:spcAft>
                <a:spcPts val="0"/>
              </a:spcAft>
              <a:buNone/>
              <a:defRPr sz="2600"/>
            </a:lvl5pPr>
            <a:lvl6pPr lvl="5" algn="ctr" rtl="0">
              <a:lnSpc>
                <a:spcPct val="130000"/>
              </a:lnSpc>
              <a:spcBef>
                <a:spcPts val="0"/>
              </a:spcBef>
              <a:spcAft>
                <a:spcPts val="0"/>
              </a:spcAft>
              <a:buNone/>
              <a:defRPr sz="2600"/>
            </a:lvl6pPr>
            <a:lvl7pPr lvl="6" algn="ctr" rtl="0">
              <a:lnSpc>
                <a:spcPct val="130000"/>
              </a:lnSpc>
              <a:spcBef>
                <a:spcPts val="0"/>
              </a:spcBef>
              <a:spcAft>
                <a:spcPts val="0"/>
              </a:spcAft>
              <a:buNone/>
              <a:defRPr sz="2600"/>
            </a:lvl7pPr>
            <a:lvl8pPr lvl="7" algn="ctr" rtl="0">
              <a:lnSpc>
                <a:spcPct val="130000"/>
              </a:lnSpc>
              <a:spcBef>
                <a:spcPts val="0"/>
              </a:spcBef>
              <a:spcAft>
                <a:spcPts val="0"/>
              </a:spcAft>
              <a:buNone/>
              <a:defRPr sz="2600"/>
            </a:lvl8pPr>
            <a:lvl9pPr lvl="8" algn="ctr" rtl="0">
              <a:lnSpc>
                <a:spcPct val="130000"/>
              </a:lnSpc>
              <a:spcBef>
                <a:spcPts val="0"/>
              </a:spcBef>
              <a:spcAft>
                <a:spcPts val="0"/>
              </a:spcAft>
              <a:buNone/>
              <a:defRPr sz="2600"/>
            </a:lvl9pPr>
          </a:lstStyle>
          <a:p>
            <a:endParaRPr/>
          </a:p>
        </p:txBody>
      </p:sp>
      <p:cxnSp>
        <p:nvCxnSpPr>
          <p:cNvPr id="96" name="Google Shape;96;p15"/>
          <p:cNvCxnSpPr/>
          <p:nvPr/>
        </p:nvCxnSpPr>
        <p:spPr>
          <a:xfrm rot="10800000">
            <a:off x="447775" y="100"/>
            <a:ext cx="0" cy="886500"/>
          </a:xfrm>
          <a:prstGeom prst="straightConnector1">
            <a:avLst/>
          </a:prstGeom>
          <a:noFill/>
          <a:ln w="9525" cap="flat" cmpd="sng">
            <a:solidFill>
              <a:schemeClr val="accent1"/>
            </a:solidFill>
            <a:prstDash val="solid"/>
            <a:round/>
            <a:headEnd type="none" w="med" len="med"/>
            <a:tailEnd type="none" w="med" len="med"/>
          </a:ln>
        </p:spPr>
      </p:cxnSp>
      <p:cxnSp>
        <p:nvCxnSpPr>
          <p:cNvPr id="97" name="Google Shape;97;p15"/>
          <p:cNvCxnSpPr/>
          <p:nvPr/>
        </p:nvCxnSpPr>
        <p:spPr>
          <a:xfrm rot="10800000">
            <a:off x="447767" y="6401400"/>
            <a:ext cx="0" cy="456600"/>
          </a:xfrm>
          <a:prstGeom prst="straightConnector1">
            <a:avLst/>
          </a:prstGeom>
          <a:noFill/>
          <a:ln w="9525" cap="flat" cmpd="sng">
            <a:solidFill>
              <a:schemeClr val="accent1"/>
            </a:solidFill>
            <a:prstDash val="solid"/>
            <a:round/>
            <a:headEnd type="none" w="med" len="med"/>
            <a:tailEnd type="none" w="med" len="med"/>
          </a:ln>
        </p:spPr>
      </p:cxnSp>
      <p:sp>
        <p:nvSpPr>
          <p:cNvPr id="98" name="Google Shape;98;p15"/>
          <p:cNvSpPr txBox="1">
            <a:spLocks noGrp="1"/>
          </p:cNvSpPr>
          <p:nvPr>
            <p:ph type="sldNum" idx="12"/>
          </p:nvPr>
        </p:nvSpPr>
        <p:spPr>
          <a:xfrm>
            <a:off x="81975" y="6169556"/>
            <a:ext cx="731700" cy="143700"/>
          </a:xfrm>
          <a:prstGeom prst="rect">
            <a:avLst/>
          </a:prstGeom>
          <a:noFill/>
          <a:ln>
            <a:noFill/>
          </a:ln>
        </p:spPr>
        <p:txBody>
          <a:bodyPr spcFirstLastPara="1" wrap="square" lIns="0" tIns="0" rIns="0" bIns="0" anchor="b" anchorCtr="0">
            <a:noAutofit/>
          </a:bodyPr>
          <a:lstStyle>
            <a:lvl1pPr lvl="0" algn="ctr" rtl="0">
              <a:buNone/>
              <a:defRPr sz="800">
                <a:solidFill>
                  <a:srgbClr val="1D0C35"/>
                </a:solidFill>
                <a:latin typeface="Red Hat Text Medium"/>
                <a:ea typeface="Red Hat Text Medium"/>
                <a:cs typeface="Red Hat Text Medium"/>
                <a:sym typeface="Red Hat Text Medium"/>
              </a:defRPr>
            </a:lvl1pPr>
            <a:lvl2pPr lvl="1" algn="ctr" rtl="0">
              <a:buNone/>
              <a:defRPr sz="800">
                <a:solidFill>
                  <a:srgbClr val="1D0C35"/>
                </a:solidFill>
                <a:latin typeface="Red Hat Text Medium"/>
                <a:ea typeface="Red Hat Text Medium"/>
                <a:cs typeface="Red Hat Text Medium"/>
                <a:sym typeface="Red Hat Text Medium"/>
              </a:defRPr>
            </a:lvl2pPr>
            <a:lvl3pPr lvl="2" algn="ctr" rtl="0">
              <a:buNone/>
              <a:defRPr sz="800">
                <a:solidFill>
                  <a:srgbClr val="1D0C35"/>
                </a:solidFill>
                <a:latin typeface="Red Hat Text Medium"/>
                <a:ea typeface="Red Hat Text Medium"/>
                <a:cs typeface="Red Hat Text Medium"/>
                <a:sym typeface="Red Hat Text Medium"/>
              </a:defRPr>
            </a:lvl3pPr>
            <a:lvl4pPr lvl="3" algn="ctr" rtl="0">
              <a:buNone/>
              <a:defRPr sz="800">
                <a:solidFill>
                  <a:srgbClr val="1D0C35"/>
                </a:solidFill>
                <a:latin typeface="Red Hat Text Medium"/>
                <a:ea typeface="Red Hat Text Medium"/>
                <a:cs typeface="Red Hat Text Medium"/>
                <a:sym typeface="Red Hat Text Medium"/>
              </a:defRPr>
            </a:lvl4pPr>
            <a:lvl5pPr lvl="4" algn="ctr" rtl="0">
              <a:buNone/>
              <a:defRPr sz="800">
                <a:solidFill>
                  <a:srgbClr val="1D0C35"/>
                </a:solidFill>
                <a:latin typeface="Red Hat Text Medium"/>
                <a:ea typeface="Red Hat Text Medium"/>
                <a:cs typeface="Red Hat Text Medium"/>
                <a:sym typeface="Red Hat Text Medium"/>
              </a:defRPr>
            </a:lvl5pPr>
            <a:lvl6pPr lvl="5" algn="ctr" rtl="0">
              <a:buNone/>
              <a:defRPr sz="800">
                <a:solidFill>
                  <a:srgbClr val="1D0C35"/>
                </a:solidFill>
                <a:latin typeface="Red Hat Text Medium"/>
                <a:ea typeface="Red Hat Text Medium"/>
                <a:cs typeface="Red Hat Text Medium"/>
                <a:sym typeface="Red Hat Text Medium"/>
              </a:defRPr>
            </a:lvl6pPr>
            <a:lvl7pPr lvl="6" algn="ctr" rtl="0">
              <a:buNone/>
              <a:defRPr sz="800">
                <a:solidFill>
                  <a:srgbClr val="1D0C35"/>
                </a:solidFill>
                <a:latin typeface="Red Hat Text Medium"/>
                <a:ea typeface="Red Hat Text Medium"/>
                <a:cs typeface="Red Hat Text Medium"/>
                <a:sym typeface="Red Hat Text Medium"/>
              </a:defRPr>
            </a:lvl7pPr>
            <a:lvl8pPr lvl="7" algn="ctr" rtl="0">
              <a:buNone/>
              <a:defRPr sz="800">
                <a:solidFill>
                  <a:srgbClr val="1D0C35"/>
                </a:solidFill>
                <a:latin typeface="Red Hat Text Medium"/>
                <a:ea typeface="Red Hat Text Medium"/>
                <a:cs typeface="Red Hat Text Medium"/>
                <a:sym typeface="Red Hat Text Medium"/>
              </a:defRPr>
            </a:lvl8pPr>
            <a:lvl9pPr lvl="8" algn="ctr" rtl="0">
              <a:buNone/>
              <a:defRPr sz="800">
                <a:solidFill>
                  <a:srgbClr val="1D0C35"/>
                </a:solidFill>
                <a:latin typeface="Red Hat Text Medium"/>
                <a:ea typeface="Red Hat Text Medium"/>
                <a:cs typeface="Red Hat Text Medium"/>
                <a:sym typeface="Red Hat Text Medium"/>
              </a:defRPr>
            </a:lvl9pPr>
          </a:lstStyle>
          <a:p>
            <a:pPr marL="0" lvl="0" indent="0" algn="ctr" rtl="0">
              <a:spcBef>
                <a:spcPts val="0"/>
              </a:spcBef>
              <a:spcAft>
                <a:spcPts val="0"/>
              </a:spcAft>
              <a:buNone/>
            </a:pPr>
            <a:fld id="{00000000-1234-1234-1234-123412341234}" type="slidenum">
              <a:rPr lang="en"/>
              <a:t>‹#›</a:t>
            </a:fld>
            <a:endParaRPr/>
          </a:p>
        </p:txBody>
      </p:sp>
      <p:pic>
        <p:nvPicPr>
          <p:cNvPr id="99" name="Google Shape;99;p15"/>
          <p:cNvPicPr preferRelativeResize="0"/>
          <p:nvPr/>
        </p:nvPicPr>
        <p:blipFill rotWithShape="1">
          <a:blip r:embed="rId2">
            <a:alphaModFix/>
          </a:blip>
          <a:srcRect t="328" b="318"/>
          <a:stretch/>
        </p:blipFill>
        <p:spPr>
          <a:xfrm>
            <a:off x="10711279" y="6313250"/>
            <a:ext cx="975850" cy="228121"/>
          </a:xfrm>
          <a:prstGeom prst="rect">
            <a:avLst/>
          </a:prstGeom>
          <a:noFill/>
          <a:ln>
            <a:noFill/>
          </a:ln>
        </p:spPr>
      </p:pic>
      <p:sp>
        <p:nvSpPr>
          <p:cNvPr id="100" name="Google Shape;100;p15"/>
          <p:cNvSpPr txBox="1">
            <a:spLocks noGrp="1"/>
          </p:cNvSpPr>
          <p:nvPr>
            <p:ph type="subTitle" idx="2"/>
          </p:nvPr>
        </p:nvSpPr>
        <p:spPr>
          <a:xfrm>
            <a:off x="885125" y="1424950"/>
            <a:ext cx="10422000" cy="705600"/>
          </a:xfrm>
          <a:prstGeom prst="rect">
            <a:avLst/>
          </a:prstGeom>
        </p:spPr>
        <p:txBody>
          <a:bodyPr spcFirstLastPara="1" wrap="square" lIns="0" tIns="0" rIns="0" bIns="0" anchor="t" anchorCtr="0">
            <a:noAutofit/>
          </a:bodyPr>
          <a:lstStyle>
            <a:lvl1pPr lvl="0" algn="ctr" rtl="0">
              <a:spcBef>
                <a:spcPts val="0"/>
              </a:spcBef>
              <a:spcAft>
                <a:spcPts val="0"/>
              </a:spcAft>
              <a:buNone/>
              <a:defRPr sz="1800">
                <a:solidFill>
                  <a:schemeClr val="accent1"/>
                </a:solidFill>
              </a:defRPr>
            </a:lvl1pPr>
            <a:lvl2pPr lvl="1" algn="ctr" rtl="0">
              <a:spcBef>
                <a:spcPts val="500"/>
              </a:spcBef>
              <a:spcAft>
                <a:spcPts val="0"/>
              </a:spcAft>
              <a:buNone/>
              <a:defRPr sz="1800">
                <a:solidFill>
                  <a:schemeClr val="accent1"/>
                </a:solidFill>
              </a:defRPr>
            </a:lvl2pPr>
            <a:lvl3pPr lvl="2" algn="ctr" rtl="0">
              <a:spcBef>
                <a:spcPts val="500"/>
              </a:spcBef>
              <a:spcAft>
                <a:spcPts val="0"/>
              </a:spcAft>
              <a:buNone/>
              <a:defRPr sz="1800">
                <a:solidFill>
                  <a:schemeClr val="accent1"/>
                </a:solidFill>
              </a:defRPr>
            </a:lvl3pPr>
            <a:lvl4pPr lvl="3" algn="ctr" rtl="0">
              <a:spcBef>
                <a:spcPts val="500"/>
              </a:spcBef>
              <a:spcAft>
                <a:spcPts val="0"/>
              </a:spcAft>
              <a:buNone/>
              <a:defRPr sz="1800">
                <a:solidFill>
                  <a:schemeClr val="accent1"/>
                </a:solidFill>
              </a:defRPr>
            </a:lvl4pPr>
            <a:lvl5pPr lvl="4" algn="ctr" rtl="0">
              <a:spcBef>
                <a:spcPts val="500"/>
              </a:spcBef>
              <a:spcAft>
                <a:spcPts val="0"/>
              </a:spcAft>
              <a:buNone/>
              <a:defRPr sz="1800">
                <a:solidFill>
                  <a:schemeClr val="accent1"/>
                </a:solidFill>
              </a:defRPr>
            </a:lvl5pPr>
            <a:lvl6pPr lvl="5" algn="ctr" rtl="0">
              <a:spcBef>
                <a:spcPts val="500"/>
              </a:spcBef>
              <a:spcAft>
                <a:spcPts val="0"/>
              </a:spcAft>
              <a:buNone/>
              <a:defRPr sz="1800">
                <a:solidFill>
                  <a:schemeClr val="accent1"/>
                </a:solidFill>
              </a:defRPr>
            </a:lvl6pPr>
            <a:lvl7pPr lvl="6" algn="ctr" rtl="0">
              <a:spcBef>
                <a:spcPts val="500"/>
              </a:spcBef>
              <a:spcAft>
                <a:spcPts val="0"/>
              </a:spcAft>
              <a:buNone/>
              <a:defRPr sz="1800">
                <a:solidFill>
                  <a:schemeClr val="accent1"/>
                </a:solidFill>
              </a:defRPr>
            </a:lvl7pPr>
            <a:lvl8pPr lvl="7" algn="ctr" rtl="0">
              <a:spcBef>
                <a:spcPts val="500"/>
              </a:spcBef>
              <a:spcAft>
                <a:spcPts val="0"/>
              </a:spcAft>
              <a:buNone/>
              <a:defRPr sz="1800">
                <a:solidFill>
                  <a:schemeClr val="accent1"/>
                </a:solidFill>
              </a:defRPr>
            </a:lvl8pPr>
            <a:lvl9pPr lvl="8" algn="ctr" rtl="0">
              <a:spcBef>
                <a:spcPts val="500"/>
              </a:spcBef>
              <a:spcAft>
                <a:spcPts val="500"/>
              </a:spcAft>
              <a:buNone/>
              <a:defRPr sz="1800">
                <a:solidFill>
                  <a:schemeClr val="accent1"/>
                </a:solidFill>
              </a:defRPr>
            </a:lvl9pPr>
          </a:lstStyle>
          <a:p>
            <a:endParaRPr/>
          </a:p>
        </p:txBody>
      </p:sp>
      <p:sp>
        <p:nvSpPr>
          <p:cNvPr id="101" name="Google Shape;101;p15"/>
          <p:cNvSpPr txBox="1">
            <a:spLocks noGrp="1"/>
          </p:cNvSpPr>
          <p:nvPr>
            <p:ph type="subTitle" idx="3"/>
          </p:nvPr>
        </p:nvSpPr>
        <p:spPr>
          <a:xfrm>
            <a:off x="885050" y="6169550"/>
            <a:ext cx="8002500" cy="559800"/>
          </a:xfrm>
          <a:prstGeom prst="rect">
            <a:avLst/>
          </a:prstGeom>
        </p:spPr>
        <p:txBody>
          <a:bodyPr spcFirstLastPara="1" wrap="square" lIns="0" tIns="0" rIns="0" bIns="0" anchor="b" anchorCtr="0">
            <a:noAutofit/>
          </a:bodyPr>
          <a:lstStyle>
            <a:lvl1pPr lvl="0" rtl="0">
              <a:lnSpc>
                <a:spcPct val="115000"/>
              </a:lnSpc>
              <a:spcBef>
                <a:spcPts val="0"/>
              </a:spcBef>
              <a:spcAft>
                <a:spcPts val="0"/>
              </a:spcAft>
              <a:buNone/>
              <a:defRPr sz="800">
                <a:solidFill>
                  <a:srgbClr val="1D0C35"/>
                </a:solidFill>
              </a:defRPr>
            </a:lvl1pPr>
            <a:lvl2pPr lvl="1" rtl="0">
              <a:lnSpc>
                <a:spcPct val="115000"/>
              </a:lnSpc>
              <a:spcBef>
                <a:spcPts val="0"/>
              </a:spcBef>
              <a:spcAft>
                <a:spcPts val="0"/>
              </a:spcAft>
              <a:buNone/>
              <a:defRPr sz="800">
                <a:solidFill>
                  <a:srgbClr val="1D0C35"/>
                </a:solidFill>
              </a:defRPr>
            </a:lvl2pPr>
            <a:lvl3pPr lvl="2" rtl="0">
              <a:lnSpc>
                <a:spcPct val="115000"/>
              </a:lnSpc>
              <a:spcBef>
                <a:spcPts val="0"/>
              </a:spcBef>
              <a:spcAft>
                <a:spcPts val="0"/>
              </a:spcAft>
              <a:buNone/>
              <a:defRPr sz="800">
                <a:solidFill>
                  <a:srgbClr val="1D0C35"/>
                </a:solidFill>
              </a:defRPr>
            </a:lvl3pPr>
            <a:lvl4pPr lvl="3" rtl="0">
              <a:lnSpc>
                <a:spcPct val="115000"/>
              </a:lnSpc>
              <a:spcBef>
                <a:spcPts val="0"/>
              </a:spcBef>
              <a:spcAft>
                <a:spcPts val="0"/>
              </a:spcAft>
              <a:buNone/>
              <a:defRPr sz="800">
                <a:solidFill>
                  <a:srgbClr val="1D0C35"/>
                </a:solidFill>
              </a:defRPr>
            </a:lvl4pPr>
            <a:lvl5pPr lvl="4" rtl="0">
              <a:lnSpc>
                <a:spcPct val="115000"/>
              </a:lnSpc>
              <a:spcBef>
                <a:spcPts val="0"/>
              </a:spcBef>
              <a:spcAft>
                <a:spcPts val="0"/>
              </a:spcAft>
              <a:buNone/>
              <a:defRPr sz="800">
                <a:solidFill>
                  <a:srgbClr val="1D0C35"/>
                </a:solidFill>
              </a:defRPr>
            </a:lvl5pPr>
            <a:lvl6pPr lvl="5" rtl="0">
              <a:lnSpc>
                <a:spcPct val="115000"/>
              </a:lnSpc>
              <a:spcBef>
                <a:spcPts val="0"/>
              </a:spcBef>
              <a:spcAft>
                <a:spcPts val="0"/>
              </a:spcAft>
              <a:buNone/>
              <a:defRPr sz="800">
                <a:solidFill>
                  <a:srgbClr val="1D0C35"/>
                </a:solidFill>
              </a:defRPr>
            </a:lvl6pPr>
            <a:lvl7pPr lvl="6" rtl="0">
              <a:lnSpc>
                <a:spcPct val="115000"/>
              </a:lnSpc>
              <a:spcBef>
                <a:spcPts val="0"/>
              </a:spcBef>
              <a:spcAft>
                <a:spcPts val="0"/>
              </a:spcAft>
              <a:buNone/>
              <a:defRPr sz="800">
                <a:solidFill>
                  <a:srgbClr val="1D0C35"/>
                </a:solidFill>
              </a:defRPr>
            </a:lvl7pPr>
            <a:lvl8pPr lvl="7" rtl="0">
              <a:lnSpc>
                <a:spcPct val="115000"/>
              </a:lnSpc>
              <a:spcBef>
                <a:spcPts val="0"/>
              </a:spcBef>
              <a:spcAft>
                <a:spcPts val="0"/>
              </a:spcAft>
              <a:buNone/>
              <a:defRPr sz="800">
                <a:solidFill>
                  <a:srgbClr val="1D0C35"/>
                </a:solidFill>
              </a:defRPr>
            </a:lvl8pPr>
            <a:lvl9pPr lvl="8" rtl="0">
              <a:lnSpc>
                <a:spcPct val="115000"/>
              </a:lnSpc>
              <a:spcBef>
                <a:spcPts val="0"/>
              </a:spcBef>
              <a:spcAft>
                <a:spcPts val="0"/>
              </a:spcAft>
              <a:buNone/>
              <a:defRPr sz="800">
                <a:solidFill>
                  <a:srgbClr val="1D0C35"/>
                </a:solidFill>
              </a:defRPr>
            </a:lvl9pPr>
          </a:lstStyle>
          <a:p>
            <a:endParaRPr/>
          </a:p>
        </p:txBody>
      </p:sp>
      <p:sp>
        <p:nvSpPr>
          <p:cNvPr id="102" name="Google Shape;102;p15"/>
          <p:cNvSpPr txBox="1">
            <a:spLocks noGrp="1"/>
          </p:cNvSpPr>
          <p:nvPr>
            <p:ph type="body" idx="4"/>
          </p:nvPr>
        </p:nvSpPr>
        <p:spPr>
          <a:xfrm>
            <a:off x="2438400" y="2286000"/>
            <a:ext cx="7315200" cy="3657600"/>
          </a:xfrm>
          <a:prstGeom prst="rect">
            <a:avLst/>
          </a:prstGeom>
        </p:spPr>
        <p:txBody>
          <a:bodyPr spcFirstLastPara="1" wrap="square" lIns="0" tIns="0" rIns="0" bIns="0" anchor="t" anchorCtr="0">
            <a:noAutofit/>
          </a:bodyPr>
          <a:lstStyle>
            <a:lvl1pPr marL="457200" lvl="0" indent="-317500">
              <a:lnSpc>
                <a:spcPct val="140000"/>
              </a:lnSpc>
              <a:spcBef>
                <a:spcPts val="1000"/>
              </a:spcBef>
              <a:spcAft>
                <a:spcPts val="0"/>
              </a:spcAft>
              <a:buClr>
                <a:srgbClr val="1D0C35"/>
              </a:buClr>
              <a:buSzPts val="1400"/>
              <a:buChar char="▸"/>
              <a:defRPr sz="1400">
                <a:solidFill>
                  <a:srgbClr val="1D0C35"/>
                </a:solidFill>
              </a:defRPr>
            </a:lvl1pPr>
            <a:lvl2pPr marL="914400" lvl="1" indent="-304800">
              <a:lnSpc>
                <a:spcPct val="140000"/>
              </a:lnSpc>
              <a:spcBef>
                <a:spcPts val="1000"/>
              </a:spcBef>
              <a:spcAft>
                <a:spcPts val="0"/>
              </a:spcAft>
              <a:buClr>
                <a:srgbClr val="1D0C35"/>
              </a:buClr>
              <a:buSzPts val="1200"/>
              <a:buChar char="･"/>
              <a:defRPr sz="1200">
                <a:solidFill>
                  <a:srgbClr val="1D0C35"/>
                </a:solidFill>
              </a:defRPr>
            </a:lvl2pPr>
            <a:lvl3pPr marL="1371600" lvl="2" indent="-304800">
              <a:lnSpc>
                <a:spcPct val="140000"/>
              </a:lnSpc>
              <a:spcBef>
                <a:spcPts val="1000"/>
              </a:spcBef>
              <a:spcAft>
                <a:spcPts val="0"/>
              </a:spcAft>
              <a:buClr>
                <a:srgbClr val="1D0C35"/>
              </a:buClr>
              <a:buSzPts val="1200"/>
              <a:buChar char="･"/>
              <a:defRPr sz="1200">
                <a:solidFill>
                  <a:srgbClr val="1D0C35"/>
                </a:solidFill>
              </a:defRPr>
            </a:lvl3pPr>
            <a:lvl4pPr marL="1828800" lvl="3" indent="-304800">
              <a:lnSpc>
                <a:spcPct val="140000"/>
              </a:lnSpc>
              <a:spcBef>
                <a:spcPts val="1000"/>
              </a:spcBef>
              <a:spcAft>
                <a:spcPts val="0"/>
              </a:spcAft>
              <a:buClr>
                <a:srgbClr val="1D0C35"/>
              </a:buClr>
              <a:buSzPts val="1200"/>
              <a:buChar char="･"/>
              <a:defRPr sz="1200">
                <a:solidFill>
                  <a:srgbClr val="1D0C35"/>
                </a:solidFill>
              </a:defRPr>
            </a:lvl4pPr>
            <a:lvl5pPr marL="2286000" lvl="4" indent="-304800">
              <a:lnSpc>
                <a:spcPct val="140000"/>
              </a:lnSpc>
              <a:spcBef>
                <a:spcPts val="1000"/>
              </a:spcBef>
              <a:spcAft>
                <a:spcPts val="0"/>
              </a:spcAft>
              <a:buClr>
                <a:srgbClr val="1D0C35"/>
              </a:buClr>
              <a:buSzPts val="1200"/>
              <a:buChar char="･"/>
              <a:defRPr sz="1200">
                <a:solidFill>
                  <a:srgbClr val="1D0C35"/>
                </a:solidFill>
              </a:defRPr>
            </a:lvl5pPr>
            <a:lvl6pPr marL="2743200" lvl="5" indent="-304800">
              <a:lnSpc>
                <a:spcPct val="140000"/>
              </a:lnSpc>
              <a:spcBef>
                <a:spcPts val="1000"/>
              </a:spcBef>
              <a:spcAft>
                <a:spcPts val="0"/>
              </a:spcAft>
              <a:buClr>
                <a:srgbClr val="1D0C35"/>
              </a:buClr>
              <a:buSzPts val="1200"/>
              <a:buChar char="･"/>
              <a:defRPr sz="1200">
                <a:solidFill>
                  <a:srgbClr val="1D0C35"/>
                </a:solidFill>
              </a:defRPr>
            </a:lvl6pPr>
            <a:lvl7pPr marL="3200400" lvl="6" indent="-304800">
              <a:lnSpc>
                <a:spcPct val="140000"/>
              </a:lnSpc>
              <a:spcBef>
                <a:spcPts val="1000"/>
              </a:spcBef>
              <a:spcAft>
                <a:spcPts val="0"/>
              </a:spcAft>
              <a:buClr>
                <a:srgbClr val="1D0C35"/>
              </a:buClr>
              <a:buSzPts val="1200"/>
              <a:buChar char="･"/>
              <a:defRPr sz="1200">
                <a:solidFill>
                  <a:srgbClr val="1D0C35"/>
                </a:solidFill>
              </a:defRPr>
            </a:lvl7pPr>
            <a:lvl8pPr marL="3657600" lvl="7" indent="-304800">
              <a:lnSpc>
                <a:spcPct val="140000"/>
              </a:lnSpc>
              <a:spcBef>
                <a:spcPts val="1000"/>
              </a:spcBef>
              <a:spcAft>
                <a:spcPts val="0"/>
              </a:spcAft>
              <a:buClr>
                <a:srgbClr val="1D0C35"/>
              </a:buClr>
              <a:buSzPts val="1200"/>
              <a:buChar char="･"/>
              <a:defRPr sz="1200">
                <a:solidFill>
                  <a:srgbClr val="1D0C35"/>
                </a:solidFill>
              </a:defRPr>
            </a:lvl8pPr>
            <a:lvl9pPr marL="4114800" lvl="8" indent="-304800">
              <a:lnSpc>
                <a:spcPct val="140000"/>
              </a:lnSpc>
              <a:spcBef>
                <a:spcPts val="1000"/>
              </a:spcBef>
              <a:spcAft>
                <a:spcPts val="1000"/>
              </a:spcAft>
              <a:buClr>
                <a:srgbClr val="1D0C35"/>
              </a:buClr>
              <a:buSzPts val="1200"/>
              <a:buChar char="･"/>
              <a:defRPr sz="1200">
                <a:solidFill>
                  <a:srgbClr val="1D0C35"/>
                </a:solidFil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700" cy="763800"/>
          </a:xfrm>
          <a:prstGeom prst="rect">
            <a:avLst/>
          </a:prstGeom>
          <a:noFill/>
          <a:ln>
            <a:noFill/>
          </a:ln>
        </p:spPr>
        <p:txBody>
          <a:bodyPr spcFirstLastPara="1" wrap="square" lIns="0" tIns="0" rIns="0" bIns="0" anchor="t" anchorCtr="0">
            <a:noAutofit/>
          </a:bodyPr>
          <a:lstStyle>
            <a:lvl1pPr lvl="0" rtl="0">
              <a:spcBef>
                <a:spcPts val="0"/>
              </a:spcBef>
              <a:spcAft>
                <a:spcPts val="0"/>
              </a:spcAft>
              <a:buClr>
                <a:srgbClr val="1D0C35"/>
              </a:buClr>
              <a:buSzPts val="3400"/>
              <a:buFont typeface="Red Hat Display"/>
              <a:buNone/>
              <a:defRPr sz="3400">
                <a:solidFill>
                  <a:srgbClr val="1D0C35"/>
                </a:solidFill>
                <a:latin typeface="Red Hat Display"/>
                <a:ea typeface="Red Hat Display"/>
                <a:cs typeface="Red Hat Display"/>
                <a:sym typeface="Red Hat Display"/>
              </a:defRPr>
            </a:lvl1pPr>
            <a:lvl2pPr lvl="1" rtl="0">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2pPr>
            <a:lvl3pPr lvl="2" rtl="0">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3pPr>
            <a:lvl4pPr lvl="3" rtl="0">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4pPr>
            <a:lvl5pPr lvl="4" rtl="0">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5pPr>
            <a:lvl6pPr lvl="5" rtl="0">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6pPr>
            <a:lvl7pPr lvl="6" rtl="0">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7pPr>
            <a:lvl8pPr lvl="7" rtl="0">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8pPr>
            <a:lvl9pPr lvl="8" rtl="0">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9pPr>
          </a:lstStyle>
          <a:p>
            <a:endParaRPr/>
          </a:p>
        </p:txBody>
      </p:sp>
      <p:sp>
        <p:nvSpPr>
          <p:cNvPr id="7" name="Google Shape;7;p1"/>
          <p:cNvSpPr txBox="1">
            <a:spLocks noGrp="1"/>
          </p:cNvSpPr>
          <p:nvPr>
            <p:ph type="body" idx="1"/>
          </p:nvPr>
        </p:nvSpPr>
        <p:spPr>
          <a:xfrm>
            <a:off x="415600" y="1536633"/>
            <a:ext cx="11360700" cy="4555200"/>
          </a:xfrm>
          <a:prstGeom prst="rect">
            <a:avLst/>
          </a:prstGeom>
          <a:noFill/>
          <a:ln>
            <a:noFill/>
          </a:ln>
        </p:spPr>
        <p:txBody>
          <a:bodyPr spcFirstLastPara="1" wrap="square" lIns="0" tIns="0" rIns="0" bIns="0" anchor="t" anchorCtr="0">
            <a:noAutofit/>
          </a:bodyPr>
          <a:lstStyle>
            <a:lvl1pPr marL="457200" lvl="0" indent="-330200" rtl="0">
              <a:lnSpc>
                <a:spcPct val="140000"/>
              </a:lnSpc>
              <a:spcBef>
                <a:spcPts val="0"/>
              </a:spcBef>
              <a:spcAft>
                <a:spcPts val="0"/>
              </a:spcAft>
              <a:buClr>
                <a:srgbClr val="1D0C35"/>
              </a:buClr>
              <a:buSzPts val="1600"/>
              <a:buFont typeface="Red Hat Text"/>
              <a:buChar char="▸"/>
              <a:defRPr sz="1600">
                <a:solidFill>
                  <a:srgbClr val="1D0C35"/>
                </a:solidFill>
                <a:latin typeface="Red Hat Text"/>
                <a:ea typeface="Red Hat Text"/>
                <a:cs typeface="Red Hat Text"/>
                <a:sym typeface="Red Hat Text"/>
              </a:defRPr>
            </a:lvl1pPr>
            <a:lvl2pPr marL="914400" lvl="1" indent="-317500" rtl="0">
              <a:lnSpc>
                <a:spcPct val="140000"/>
              </a:lnSpc>
              <a:spcBef>
                <a:spcPts val="500"/>
              </a:spcBef>
              <a:spcAft>
                <a:spcPts val="0"/>
              </a:spcAft>
              <a:buClr>
                <a:srgbClr val="1D0C35"/>
              </a:buClr>
              <a:buSzPts val="1400"/>
              <a:buFont typeface="Red Hat Text"/>
              <a:buChar char="･"/>
              <a:defRPr>
                <a:solidFill>
                  <a:srgbClr val="1D0C35"/>
                </a:solidFill>
                <a:latin typeface="Red Hat Text"/>
                <a:ea typeface="Red Hat Text"/>
                <a:cs typeface="Red Hat Text"/>
                <a:sym typeface="Red Hat Text"/>
              </a:defRPr>
            </a:lvl2pPr>
            <a:lvl3pPr marL="1371600" lvl="2" indent="-317500" rtl="0">
              <a:lnSpc>
                <a:spcPct val="140000"/>
              </a:lnSpc>
              <a:spcBef>
                <a:spcPts val="500"/>
              </a:spcBef>
              <a:spcAft>
                <a:spcPts val="0"/>
              </a:spcAft>
              <a:buClr>
                <a:srgbClr val="1D0C35"/>
              </a:buClr>
              <a:buSzPts val="1400"/>
              <a:buFont typeface="Red Hat Text"/>
              <a:buChar char="･"/>
              <a:defRPr>
                <a:solidFill>
                  <a:srgbClr val="1D0C35"/>
                </a:solidFill>
                <a:latin typeface="Red Hat Text"/>
                <a:ea typeface="Red Hat Text"/>
                <a:cs typeface="Red Hat Text"/>
                <a:sym typeface="Red Hat Text"/>
              </a:defRPr>
            </a:lvl3pPr>
            <a:lvl4pPr marL="1828800" lvl="3" indent="-317500" rtl="0">
              <a:lnSpc>
                <a:spcPct val="140000"/>
              </a:lnSpc>
              <a:spcBef>
                <a:spcPts val="500"/>
              </a:spcBef>
              <a:spcAft>
                <a:spcPts val="0"/>
              </a:spcAft>
              <a:buClr>
                <a:srgbClr val="1D0C35"/>
              </a:buClr>
              <a:buSzPts val="1400"/>
              <a:buFont typeface="Red Hat Text"/>
              <a:buChar char="･"/>
              <a:defRPr>
                <a:solidFill>
                  <a:srgbClr val="1D0C35"/>
                </a:solidFill>
                <a:latin typeface="Red Hat Text"/>
                <a:ea typeface="Red Hat Text"/>
                <a:cs typeface="Red Hat Text"/>
                <a:sym typeface="Red Hat Text"/>
              </a:defRPr>
            </a:lvl4pPr>
            <a:lvl5pPr marL="2286000" lvl="4" indent="-317500" rtl="0">
              <a:lnSpc>
                <a:spcPct val="140000"/>
              </a:lnSpc>
              <a:spcBef>
                <a:spcPts val="500"/>
              </a:spcBef>
              <a:spcAft>
                <a:spcPts val="0"/>
              </a:spcAft>
              <a:buClr>
                <a:srgbClr val="1D0C35"/>
              </a:buClr>
              <a:buSzPts val="1400"/>
              <a:buFont typeface="Red Hat Text"/>
              <a:buChar char="･"/>
              <a:defRPr>
                <a:solidFill>
                  <a:srgbClr val="1D0C35"/>
                </a:solidFill>
                <a:latin typeface="Red Hat Text"/>
                <a:ea typeface="Red Hat Text"/>
                <a:cs typeface="Red Hat Text"/>
                <a:sym typeface="Red Hat Text"/>
              </a:defRPr>
            </a:lvl5pPr>
            <a:lvl6pPr marL="2743200" lvl="5" indent="-317500" rtl="0">
              <a:lnSpc>
                <a:spcPct val="140000"/>
              </a:lnSpc>
              <a:spcBef>
                <a:spcPts val="500"/>
              </a:spcBef>
              <a:spcAft>
                <a:spcPts val="0"/>
              </a:spcAft>
              <a:buClr>
                <a:srgbClr val="1D0C35"/>
              </a:buClr>
              <a:buSzPts val="1400"/>
              <a:buFont typeface="Red Hat Text"/>
              <a:buChar char="･"/>
              <a:defRPr>
                <a:solidFill>
                  <a:srgbClr val="1D0C35"/>
                </a:solidFill>
                <a:latin typeface="Red Hat Text"/>
                <a:ea typeface="Red Hat Text"/>
                <a:cs typeface="Red Hat Text"/>
                <a:sym typeface="Red Hat Text"/>
              </a:defRPr>
            </a:lvl6pPr>
            <a:lvl7pPr marL="3200400" lvl="6" indent="-317500" rtl="0">
              <a:lnSpc>
                <a:spcPct val="140000"/>
              </a:lnSpc>
              <a:spcBef>
                <a:spcPts val="500"/>
              </a:spcBef>
              <a:spcAft>
                <a:spcPts val="0"/>
              </a:spcAft>
              <a:buClr>
                <a:srgbClr val="1D0C35"/>
              </a:buClr>
              <a:buSzPts val="1400"/>
              <a:buFont typeface="Red Hat Text"/>
              <a:buChar char="･"/>
              <a:defRPr>
                <a:solidFill>
                  <a:srgbClr val="1D0C35"/>
                </a:solidFill>
                <a:latin typeface="Red Hat Text"/>
                <a:ea typeface="Red Hat Text"/>
                <a:cs typeface="Red Hat Text"/>
                <a:sym typeface="Red Hat Text"/>
              </a:defRPr>
            </a:lvl7pPr>
            <a:lvl8pPr marL="3657600" lvl="7" indent="-317500" rtl="0">
              <a:lnSpc>
                <a:spcPct val="140000"/>
              </a:lnSpc>
              <a:spcBef>
                <a:spcPts val="500"/>
              </a:spcBef>
              <a:spcAft>
                <a:spcPts val="0"/>
              </a:spcAft>
              <a:buClr>
                <a:srgbClr val="1D0C35"/>
              </a:buClr>
              <a:buSzPts val="1400"/>
              <a:buFont typeface="Red Hat Text"/>
              <a:buChar char="･"/>
              <a:defRPr>
                <a:solidFill>
                  <a:srgbClr val="1D0C35"/>
                </a:solidFill>
                <a:latin typeface="Red Hat Text"/>
                <a:ea typeface="Red Hat Text"/>
                <a:cs typeface="Red Hat Text"/>
                <a:sym typeface="Red Hat Text"/>
              </a:defRPr>
            </a:lvl8pPr>
            <a:lvl9pPr marL="4114800" lvl="8" indent="-317500" rtl="0">
              <a:lnSpc>
                <a:spcPct val="140000"/>
              </a:lnSpc>
              <a:spcBef>
                <a:spcPts val="500"/>
              </a:spcBef>
              <a:spcAft>
                <a:spcPts val="500"/>
              </a:spcAft>
              <a:buClr>
                <a:srgbClr val="1D0C35"/>
              </a:buClr>
              <a:buSzPts val="1400"/>
              <a:buFont typeface="Red Hat Text"/>
              <a:buChar char="･"/>
              <a:defRPr>
                <a:solidFill>
                  <a:srgbClr val="1D0C35"/>
                </a:solidFill>
                <a:latin typeface="Red Hat Text"/>
                <a:ea typeface="Red Hat Text"/>
                <a:cs typeface="Red Hat Text"/>
                <a:sym typeface="Red Hat Tex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24.jpg"/><Relationship Id="rId13" Type="http://schemas.openxmlformats.org/officeDocument/2006/relationships/image" Target="../media/image29.jpg"/><Relationship Id="rId18" Type="http://schemas.openxmlformats.org/officeDocument/2006/relationships/image" Target="../media/image34.png"/><Relationship Id="rId3" Type="http://schemas.openxmlformats.org/officeDocument/2006/relationships/image" Target="../media/image19.jpg"/><Relationship Id="rId7" Type="http://schemas.openxmlformats.org/officeDocument/2006/relationships/image" Target="../media/image23.png"/><Relationship Id="rId12" Type="http://schemas.openxmlformats.org/officeDocument/2006/relationships/image" Target="../media/image28.jpg"/><Relationship Id="rId17" Type="http://schemas.openxmlformats.org/officeDocument/2006/relationships/image" Target="../media/image33.png"/><Relationship Id="rId2" Type="http://schemas.openxmlformats.org/officeDocument/2006/relationships/notesSlide" Target="../notesSlides/notesSlide2.xml"/><Relationship Id="rId16" Type="http://schemas.openxmlformats.org/officeDocument/2006/relationships/image" Target="../media/image32.png"/><Relationship Id="rId20" Type="http://schemas.openxmlformats.org/officeDocument/2006/relationships/image" Target="../media/image36.png"/><Relationship Id="rId1" Type="http://schemas.openxmlformats.org/officeDocument/2006/relationships/slideLayout" Target="../slideLayouts/slideLayout14.xml"/><Relationship Id="rId6" Type="http://schemas.openxmlformats.org/officeDocument/2006/relationships/image" Target="../media/image22.png"/><Relationship Id="rId11" Type="http://schemas.openxmlformats.org/officeDocument/2006/relationships/image" Target="../media/image27.jpg"/><Relationship Id="rId5" Type="http://schemas.openxmlformats.org/officeDocument/2006/relationships/image" Target="../media/image21.png"/><Relationship Id="rId15" Type="http://schemas.openxmlformats.org/officeDocument/2006/relationships/image" Target="../media/image31.png"/><Relationship Id="rId10" Type="http://schemas.openxmlformats.org/officeDocument/2006/relationships/image" Target="../media/image26.jpg"/><Relationship Id="rId19" Type="http://schemas.openxmlformats.org/officeDocument/2006/relationships/image" Target="../media/image35.jpeg"/><Relationship Id="rId4" Type="http://schemas.openxmlformats.org/officeDocument/2006/relationships/image" Target="../media/image20.jpg"/><Relationship Id="rId9" Type="http://schemas.openxmlformats.org/officeDocument/2006/relationships/image" Target="../media/image25.jpg"/><Relationship Id="rId14" Type="http://schemas.openxmlformats.org/officeDocument/2006/relationships/image" Target="../media/image30.jpeg"/></Relationships>
</file>

<file path=ppt/slides/_rels/slide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14.xml"/><Relationship Id="rId5" Type="http://schemas.openxmlformats.org/officeDocument/2006/relationships/image" Target="../media/image22.png"/><Relationship Id="rId4" Type="http://schemas.openxmlformats.org/officeDocument/2006/relationships/image" Target="../media/image37.png"/></Relationships>
</file>

<file path=ppt/slides/_rels/slide4.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4.xml"/><Relationship Id="rId1" Type="http://schemas.openxmlformats.org/officeDocument/2006/relationships/slideLayout" Target="../slideLayouts/slideLayout14.xml"/><Relationship Id="rId5" Type="http://schemas.openxmlformats.org/officeDocument/2006/relationships/image" Target="../media/image22.png"/><Relationship Id="rId4" Type="http://schemas.openxmlformats.org/officeDocument/2006/relationships/image" Target="../media/image21.png"/></Relationships>
</file>

<file path=ppt/slides/_rels/slide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14.xml"/><Relationship Id="rId4" Type="http://schemas.openxmlformats.org/officeDocument/2006/relationships/image" Target="../media/image22.png"/></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14.xml"/><Relationship Id="rId4" Type="http://schemas.openxmlformats.org/officeDocument/2006/relationships/image" Target="../media/image22.png"/></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14.xml"/><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14.xml"/><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14.xml"/><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14.xml"/><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14.xml"/><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14.xml"/><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14.xml"/><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14.xml"/><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14.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14.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14.xml"/><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slideLayout" Target="../slideLayouts/slideLayout14.xml"/><Relationship Id="rId7" Type="http://schemas.openxmlformats.org/officeDocument/2006/relationships/image" Target="../media/image21.png"/><Relationship Id="rId2" Type="http://schemas.microsoft.com/office/2007/relationships/media" Target="../media/media1.mp4"/><Relationship Id="rId1" Type="http://schemas.openxmlformats.org/officeDocument/2006/relationships/video" Target="NULL" TargetMode="Externa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notesSlide" Target="../notesSlides/notesSlide18.xml"/><Relationship Id="rId9" Type="http://schemas.openxmlformats.org/officeDocument/2006/relationships/image" Target="../media/image41.png"/></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14.xml"/><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14.xml"/><Relationship Id="rId5" Type="http://schemas.openxmlformats.org/officeDocument/2006/relationships/image" Target="../media/image20.jpg"/><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sz="3600" b="1" dirty="0">
                <a:solidFill>
                  <a:schemeClr val="tx1"/>
                </a:solidFill>
              </a:rPr>
              <a:t>Multi-tenant GPUs on
Bare Metal OpenShift AI</a:t>
            </a:r>
          </a:p>
        </p:txBody>
      </p:sp>
      <p:sp>
        <p:nvSpPr>
          <p:cNvPr id="3" name="Subtitle 2"/>
          <p:cNvSpPr>
            <a:spLocks noGrp="1"/>
          </p:cNvSpPr>
          <p:nvPr>
            <p:ph type="subTitle" idx="1"/>
          </p:nvPr>
        </p:nvSpPr>
        <p:spPr>
          <a:xfrm>
            <a:off x="976803" y="4379681"/>
            <a:ext cx="7533300" cy="914400"/>
          </a:xfrm>
        </p:spPr>
        <p:txBody>
          <a:bodyPr/>
          <a:lstStyle/>
          <a:p>
            <a:r>
              <a:rPr sz="2000" b="0" dirty="0">
                <a:solidFill>
                  <a:srgbClr val="FF0000"/>
                </a:solidFill>
              </a:rPr>
              <a:t>A </a:t>
            </a:r>
            <a:r>
              <a:rPr sz="2000" b="0" dirty="0" err="1">
                <a:solidFill>
                  <a:srgbClr val="FF0000"/>
                </a:solidFill>
              </a:rPr>
              <a:t>GitOps</a:t>
            </a:r>
            <a:r>
              <a:rPr sz="2000" b="0" dirty="0">
                <a:solidFill>
                  <a:srgbClr val="FF0000"/>
                </a:solidFill>
              </a:rPr>
              <a:t> Blueprint from the Trenches
Luca Berton  ·  </a:t>
            </a:r>
            <a:r>
              <a:rPr lang="en-US" sz="2000" b="0" dirty="0">
                <a:solidFill>
                  <a:srgbClr val="FF0000"/>
                </a:solidFill>
              </a:rPr>
              <a:t>12</a:t>
            </a:r>
            <a:r>
              <a:rPr lang="en-US" sz="2000" b="0" baseline="30000" dirty="0">
                <a:solidFill>
                  <a:srgbClr val="FF0000"/>
                </a:solidFill>
              </a:rPr>
              <a:t>th</a:t>
            </a:r>
            <a:r>
              <a:rPr lang="en-US" sz="2000" b="0" dirty="0">
                <a:solidFill>
                  <a:srgbClr val="FF0000"/>
                </a:solidFill>
              </a:rPr>
              <a:t> May 2026</a:t>
            </a:r>
            <a:r>
              <a:rPr lang="en-GB" sz="2000" dirty="0">
                <a:solidFill>
                  <a:srgbClr val="FF0000"/>
                </a:solidFill>
              </a:rPr>
              <a:t> · </a:t>
            </a:r>
            <a:r>
              <a:rPr lang="en-US" sz="2000" b="0" dirty="0">
                <a:solidFill>
                  <a:srgbClr val="FF0000"/>
                </a:solidFill>
              </a:rPr>
              <a:t>Red Hat Summit</a:t>
            </a:r>
            <a:r>
              <a:rPr sz="2000" b="0" dirty="0">
                <a:solidFill>
                  <a:srgbClr val="FF0000"/>
                </a:solidFill>
              </a:rPr>
              <a:t>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4096F918-0F2D-046E-88BA-25479FA4F500}"/>
              </a:ext>
            </a:extLst>
          </p:cNvPr>
          <p:cNvSpPr>
            <a:spLocks noGrp="1"/>
          </p:cNvSpPr>
          <p:nvPr>
            <p:ph type="subTitle" idx="1"/>
          </p:nvPr>
        </p:nvSpPr>
        <p:spPr/>
        <p:txBody>
          <a:bodyPr/>
          <a:lstStyle/>
          <a:p>
            <a:endParaRPr lang="en-US"/>
          </a:p>
        </p:txBody>
      </p:sp>
      <p:sp>
        <p:nvSpPr>
          <p:cNvPr id="3" name="Title 2">
            <a:extLst>
              <a:ext uri="{FF2B5EF4-FFF2-40B4-BE49-F238E27FC236}">
                <a16:creationId xmlns:a16="http://schemas.microsoft.com/office/drawing/2014/main" id="{7F32DC2C-5D97-40FB-DE67-8752BA054276}"/>
              </a:ext>
            </a:extLst>
          </p:cNvPr>
          <p:cNvSpPr>
            <a:spLocks noGrp="1"/>
          </p:cNvSpPr>
          <p:nvPr>
            <p:ph type="title"/>
          </p:nvPr>
        </p:nvSpPr>
        <p:spPr/>
        <p:txBody>
          <a:bodyPr/>
          <a:lstStyle/>
          <a:p>
            <a:r>
              <a:rPr lang="en-GB" b="1" dirty="0"/>
              <a:t>Luca Berton</a:t>
            </a:r>
            <a:br>
              <a:rPr lang="en-GB" dirty="0"/>
            </a:br>
            <a:endParaRPr lang="en-US" dirty="0"/>
          </a:p>
        </p:txBody>
      </p:sp>
      <p:sp>
        <p:nvSpPr>
          <p:cNvPr id="4" name="Slide Number Placeholder 3">
            <a:extLst>
              <a:ext uri="{FF2B5EF4-FFF2-40B4-BE49-F238E27FC236}">
                <a16:creationId xmlns:a16="http://schemas.microsoft.com/office/drawing/2014/main" id="{338C1805-E943-BB1C-A4F1-BAB80E4854EC}"/>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2</a:t>
            </a:fld>
            <a:endParaRPr lang="en"/>
          </a:p>
        </p:txBody>
      </p:sp>
      <p:sp>
        <p:nvSpPr>
          <p:cNvPr id="5" name="Subtitle 4">
            <a:extLst>
              <a:ext uri="{FF2B5EF4-FFF2-40B4-BE49-F238E27FC236}">
                <a16:creationId xmlns:a16="http://schemas.microsoft.com/office/drawing/2014/main" id="{CA40BFB5-C9CE-52EF-7D63-08927F41E4CD}"/>
              </a:ext>
            </a:extLst>
          </p:cNvPr>
          <p:cNvSpPr>
            <a:spLocks noGrp="1"/>
          </p:cNvSpPr>
          <p:nvPr>
            <p:ph type="subTitle" idx="2"/>
          </p:nvPr>
        </p:nvSpPr>
        <p:spPr/>
        <p:txBody>
          <a:bodyPr/>
          <a:lstStyle/>
          <a:p>
            <a:r>
              <a:rPr lang="en-GB" dirty="0"/>
              <a:t> Cloud-native and AI Infrastructure Advisor</a:t>
            </a:r>
          </a:p>
          <a:p>
            <a:endParaRPr lang="en-US" dirty="0"/>
          </a:p>
        </p:txBody>
      </p:sp>
      <p:sp>
        <p:nvSpPr>
          <p:cNvPr id="6" name="Subtitle 5">
            <a:extLst>
              <a:ext uri="{FF2B5EF4-FFF2-40B4-BE49-F238E27FC236}">
                <a16:creationId xmlns:a16="http://schemas.microsoft.com/office/drawing/2014/main" id="{DA1B6EDC-EA32-C4D6-0891-E0F308091223}"/>
              </a:ext>
            </a:extLst>
          </p:cNvPr>
          <p:cNvSpPr>
            <a:spLocks noGrp="1"/>
          </p:cNvSpPr>
          <p:nvPr>
            <p:ph type="subTitle" idx="3"/>
          </p:nvPr>
        </p:nvSpPr>
        <p:spPr>
          <a:xfrm>
            <a:off x="-1112295" y="9979470"/>
            <a:ext cx="889167" cy="45719"/>
          </a:xfrm>
        </p:spPr>
        <p:txBody>
          <a:bodyPr/>
          <a:lstStyle/>
          <a:p>
            <a:endParaRPr lang="en-US" dirty="0"/>
          </a:p>
        </p:txBody>
      </p:sp>
      <p:sp>
        <p:nvSpPr>
          <p:cNvPr id="7" name="Text Placeholder 6">
            <a:extLst>
              <a:ext uri="{FF2B5EF4-FFF2-40B4-BE49-F238E27FC236}">
                <a16:creationId xmlns:a16="http://schemas.microsoft.com/office/drawing/2014/main" id="{3E8114CE-E803-BC65-944C-F70942AF0727}"/>
              </a:ext>
            </a:extLst>
          </p:cNvPr>
          <p:cNvSpPr>
            <a:spLocks noGrp="1"/>
          </p:cNvSpPr>
          <p:nvPr>
            <p:ph type="body" idx="4"/>
          </p:nvPr>
        </p:nvSpPr>
        <p:spPr>
          <a:xfrm>
            <a:off x="3233055" y="2155100"/>
            <a:ext cx="6289040" cy="3657600"/>
          </a:xfrm>
        </p:spPr>
        <p:txBody>
          <a:bodyPr/>
          <a:lstStyle/>
          <a:p>
            <a:r>
              <a:rPr lang="en-GB" dirty="0"/>
              <a:t>Specialist with deep experience across enterprise transformation, </a:t>
            </a:r>
            <a:r>
              <a:rPr lang="en-GB" dirty="0" err="1"/>
              <a:t>MLOps</a:t>
            </a:r>
            <a:r>
              <a:rPr lang="en-GB" dirty="0"/>
              <a:t>, and platform engineering. He currently works at Dell Technologies, where he focuses on AI-ready infrastructure and enterprise cloud solutions.</a:t>
            </a:r>
          </a:p>
          <a:p>
            <a:r>
              <a:rPr lang="en-GB" dirty="0"/>
              <a:t>Dell Technologies | ex-JPMorgan Chase | ex-Red Hat</a:t>
            </a:r>
          </a:p>
          <a:p>
            <a:r>
              <a:rPr lang="en-GB" dirty="0"/>
              <a:t>Author &amp; Speaker | Open Source Educator</a:t>
            </a:r>
          </a:p>
          <a:p>
            <a:endParaRPr lang="en-GB" dirty="0"/>
          </a:p>
        </p:txBody>
      </p:sp>
      <p:pic>
        <p:nvPicPr>
          <p:cNvPr id="9" name="Picture 8">
            <a:extLst>
              <a:ext uri="{FF2B5EF4-FFF2-40B4-BE49-F238E27FC236}">
                <a16:creationId xmlns:a16="http://schemas.microsoft.com/office/drawing/2014/main" id="{2B1EDB0E-3FDC-918C-F32A-AF4D10F517D5}"/>
              </a:ext>
            </a:extLst>
          </p:cNvPr>
          <p:cNvPicPr>
            <a:picLocks noChangeAspect="1"/>
          </p:cNvPicPr>
          <p:nvPr/>
        </p:nvPicPr>
        <p:blipFill>
          <a:blip r:embed="rId3"/>
          <a:stretch>
            <a:fillRect/>
          </a:stretch>
        </p:blipFill>
        <p:spPr>
          <a:xfrm>
            <a:off x="885050" y="2242200"/>
            <a:ext cx="2284139" cy="3429000"/>
          </a:xfrm>
          <a:prstGeom prst="rect">
            <a:avLst/>
          </a:prstGeom>
        </p:spPr>
      </p:pic>
      <p:pic>
        <p:nvPicPr>
          <p:cNvPr id="11" name="Picture 10">
            <a:extLst>
              <a:ext uri="{FF2B5EF4-FFF2-40B4-BE49-F238E27FC236}">
                <a16:creationId xmlns:a16="http://schemas.microsoft.com/office/drawing/2014/main" id="{1A92BF77-F58C-4CA6-9AA9-2E286BEBB388}"/>
              </a:ext>
            </a:extLst>
          </p:cNvPr>
          <p:cNvPicPr>
            <a:picLocks noChangeAspect="1"/>
          </p:cNvPicPr>
          <p:nvPr/>
        </p:nvPicPr>
        <p:blipFill>
          <a:blip r:embed="rId4"/>
          <a:srcRect l="8196" t="9178" r="9826" b="7678"/>
          <a:stretch>
            <a:fillRect/>
          </a:stretch>
        </p:blipFill>
        <p:spPr>
          <a:xfrm>
            <a:off x="9622251" y="2242200"/>
            <a:ext cx="2203989" cy="2235316"/>
          </a:xfrm>
          <a:prstGeom prst="rect">
            <a:avLst/>
          </a:prstGeom>
        </p:spPr>
      </p:pic>
      <p:pic>
        <p:nvPicPr>
          <p:cNvPr id="12" name="Image 2" descr="/mnt/data/assets/dell.png">
            <a:extLst>
              <a:ext uri="{FF2B5EF4-FFF2-40B4-BE49-F238E27FC236}">
                <a16:creationId xmlns:a16="http://schemas.microsoft.com/office/drawing/2014/main" id="{EFF59BB0-3C5A-D35B-03DB-BD630BD54679}"/>
              </a:ext>
            </a:extLst>
          </p:cNvPr>
          <p:cNvPicPr>
            <a:picLocks noChangeAspect="1"/>
          </p:cNvPicPr>
          <p:nvPr/>
        </p:nvPicPr>
        <p:blipFill>
          <a:blip r:embed="rId5"/>
          <a:stretch>
            <a:fillRect/>
          </a:stretch>
        </p:blipFill>
        <p:spPr>
          <a:xfrm>
            <a:off x="559602" y="6178550"/>
            <a:ext cx="650894" cy="377190"/>
          </a:xfrm>
          <a:prstGeom prst="rect">
            <a:avLst/>
          </a:prstGeom>
        </p:spPr>
      </p:pic>
      <p:pic>
        <p:nvPicPr>
          <p:cNvPr id="13" name="Picture 12">
            <a:extLst>
              <a:ext uri="{FF2B5EF4-FFF2-40B4-BE49-F238E27FC236}">
                <a16:creationId xmlns:a16="http://schemas.microsoft.com/office/drawing/2014/main" id="{E847BFF5-4D6F-6C7F-AB92-F637F02C9DCA}"/>
              </a:ext>
            </a:extLst>
          </p:cNvPr>
          <p:cNvPicPr>
            <a:picLocks noChangeAspect="1"/>
          </p:cNvPicPr>
          <p:nvPr/>
        </p:nvPicPr>
        <p:blipFill>
          <a:blip r:embed="rId6"/>
          <a:srcRect t="28238" b="22983"/>
          <a:stretch>
            <a:fillRect/>
          </a:stretch>
        </p:blipFill>
        <p:spPr>
          <a:xfrm>
            <a:off x="559602" y="5827500"/>
            <a:ext cx="650894" cy="317500"/>
          </a:xfrm>
          <a:prstGeom prst="rect">
            <a:avLst/>
          </a:prstGeom>
        </p:spPr>
      </p:pic>
      <p:pic>
        <p:nvPicPr>
          <p:cNvPr id="15" name="Picture 14">
            <a:extLst>
              <a:ext uri="{FF2B5EF4-FFF2-40B4-BE49-F238E27FC236}">
                <a16:creationId xmlns:a16="http://schemas.microsoft.com/office/drawing/2014/main" id="{0B690D88-9851-5D35-217D-10987EDA9AAF}"/>
              </a:ext>
            </a:extLst>
          </p:cNvPr>
          <p:cNvPicPr>
            <a:picLocks noChangeAspect="1"/>
          </p:cNvPicPr>
          <p:nvPr/>
        </p:nvPicPr>
        <p:blipFill>
          <a:blip r:embed="rId7"/>
          <a:stretch>
            <a:fillRect/>
          </a:stretch>
        </p:blipFill>
        <p:spPr>
          <a:xfrm>
            <a:off x="4525699" y="4697767"/>
            <a:ext cx="984206" cy="1494182"/>
          </a:xfrm>
          <a:prstGeom prst="rect">
            <a:avLst/>
          </a:prstGeom>
        </p:spPr>
      </p:pic>
      <p:pic>
        <p:nvPicPr>
          <p:cNvPr id="19" name="Picture 18">
            <a:extLst>
              <a:ext uri="{FF2B5EF4-FFF2-40B4-BE49-F238E27FC236}">
                <a16:creationId xmlns:a16="http://schemas.microsoft.com/office/drawing/2014/main" id="{9D85E45C-B4EE-79AB-0B44-C417F7272FAD}"/>
              </a:ext>
            </a:extLst>
          </p:cNvPr>
          <p:cNvPicPr>
            <a:picLocks noChangeAspect="1"/>
          </p:cNvPicPr>
          <p:nvPr/>
        </p:nvPicPr>
        <p:blipFill>
          <a:blip r:embed="rId8"/>
          <a:stretch>
            <a:fillRect/>
          </a:stretch>
        </p:blipFill>
        <p:spPr>
          <a:xfrm>
            <a:off x="7629549" y="4926490"/>
            <a:ext cx="984925" cy="1313233"/>
          </a:xfrm>
          <a:prstGeom prst="rect">
            <a:avLst/>
          </a:prstGeom>
        </p:spPr>
      </p:pic>
      <p:pic>
        <p:nvPicPr>
          <p:cNvPr id="21" name="Picture 20">
            <a:extLst>
              <a:ext uri="{FF2B5EF4-FFF2-40B4-BE49-F238E27FC236}">
                <a16:creationId xmlns:a16="http://schemas.microsoft.com/office/drawing/2014/main" id="{ACE6A685-AEEA-164F-F7D5-BFDA75400FAB}"/>
              </a:ext>
            </a:extLst>
          </p:cNvPr>
          <p:cNvPicPr>
            <a:picLocks noChangeAspect="1"/>
          </p:cNvPicPr>
          <p:nvPr/>
        </p:nvPicPr>
        <p:blipFill>
          <a:blip r:embed="rId9"/>
          <a:stretch>
            <a:fillRect/>
          </a:stretch>
        </p:blipFill>
        <p:spPr>
          <a:xfrm>
            <a:off x="8707278" y="4915256"/>
            <a:ext cx="984926" cy="1313234"/>
          </a:xfrm>
          <a:prstGeom prst="rect">
            <a:avLst/>
          </a:prstGeom>
        </p:spPr>
      </p:pic>
      <p:pic>
        <p:nvPicPr>
          <p:cNvPr id="23" name="Picture 22">
            <a:extLst>
              <a:ext uri="{FF2B5EF4-FFF2-40B4-BE49-F238E27FC236}">
                <a16:creationId xmlns:a16="http://schemas.microsoft.com/office/drawing/2014/main" id="{B9D1B118-0E2D-36EA-668B-84697FA72093}"/>
              </a:ext>
            </a:extLst>
          </p:cNvPr>
          <p:cNvPicPr>
            <a:picLocks noChangeAspect="1"/>
          </p:cNvPicPr>
          <p:nvPr/>
        </p:nvPicPr>
        <p:blipFill>
          <a:blip r:embed="rId10"/>
          <a:stretch>
            <a:fillRect/>
          </a:stretch>
        </p:blipFill>
        <p:spPr>
          <a:xfrm>
            <a:off x="5620324" y="4919244"/>
            <a:ext cx="917696" cy="1309246"/>
          </a:xfrm>
          <a:prstGeom prst="rect">
            <a:avLst/>
          </a:prstGeom>
        </p:spPr>
      </p:pic>
      <p:pic>
        <p:nvPicPr>
          <p:cNvPr id="25" name="Picture 24">
            <a:extLst>
              <a:ext uri="{FF2B5EF4-FFF2-40B4-BE49-F238E27FC236}">
                <a16:creationId xmlns:a16="http://schemas.microsoft.com/office/drawing/2014/main" id="{9760B62A-4E18-836E-3948-3058520E6363}"/>
              </a:ext>
            </a:extLst>
          </p:cNvPr>
          <p:cNvPicPr>
            <a:picLocks noChangeAspect="1"/>
          </p:cNvPicPr>
          <p:nvPr/>
        </p:nvPicPr>
        <p:blipFill>
          <a:blip r:embed="rId11"/>
          <a:stretch>
            <a:fillRect/>
          </a:stretch>
        </p:blipFill>
        <p:spPr>
          <a:xfrm>
            <a:off x="6598743" y="4926490"/>
            <a:ext cx="930649" cy="1327726"/>
          </a:xfrm>
          <a:prstGeom prst="rect">
            <a:avLst/>
          </a:prstGeom>
        </p:spPr>
      </p:pic>
      <p:pic>
        <p:nvPicPr>
          <p:cNvPr id="27" name="Picture 26">
            <a:extLst>
              <a:ext uri="{FF2B5EF4-FFF2-40B4-BE49-F238E27FC236}">
                <a16:creationId xmlns:a16="http://schemas.microsoft.com/office/drawing/2014/main" id="{347E1F5D-49B4-2965-AA45-771FFE2E1FEE}"/>
              </a:ext>
            </a:extLst>
          </p:cNvPr>
          <p:cNvPicPr>
            <a:picLocks noChangeAspect="1"/>
          </p:cNvPicPr>
          <p:nvPr/>
        </p:nvPicPr>
        <p:blipFill>
          <a:blip r:embed="rId12"/>
          <a:stretch>
            <a:fillRect/>
          </a:stretch>
        </p:blipFill>
        <p:spPr>
          <a:xfrm>
            <a:off x="9792360" y="4942976"/>
            <a:ext cx="1050937" cy="1294754"/>
          </a:xfrm>
          <a:prstGeom prst="rect">
            <a:avLst/>
          </a:prstGeom>
        </p:spPr>
      </p:pic>
      <p:pic>
        <p:nvPicPr>
          <p:cNvPr id="29" name="Picture 28">
            <a:extLst>
              <a:ext uri="{FF2B5EF4-FFF2-40B4-BE49-F238E27FC236}">
                <a16:creationId xmlns:a16="http://schemas.microsoft.com/office/drawing/2014/main" id="{7EDD713E-F492-E187-42E8-B153C1D6B0C7}"/>
              </a:ext>
            </a:extLst>
          </p:cNvPr>
          <p:cNvPicPr>
            <a:picLocks noChangeAspect="1"/>
          </p:cNvPicPr>
          <p:nvPr/>
        </p:nvPicPr>
        <p:blipFill>
          <a:blip r:embed="rId13"/>
          <a:stretch>
            <a:fillRect/>
          </a:stretch>
        </p:blipFill>
        <p:spPr>
          <a:xfrm>
            <a:off x="3356577" y="4708463"/>
            <a:ext cx="1035269" cy="1501140"/>
          </a:xfrm>
          <a:prstGeom prst="rect">
            <a:avLst/>
          </a:prstGeom>
        </p:spPr>
      </p:pic>
      <p:pic>
        <p:nvPicPr>
          <p:cNvPr id="1026" name="Picture 2" descr="Red Hat Ansible Automation">
            <a:extLst>
              <a:ext uri="{FF2B5EF4-FFF2-40B4-BE49-F238E27FC236}">
                <a16:creationId xmlns:a16="http://schemas.microsoft.com/office/drawing/2014/main" id="{332D9677-CB3A-73F4-BA45-602C284D1712}"/>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879220" y="4915256"/>
            <a:ext cx="1071660" cy="132247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2DD6D87B-9340-3BE6-E966-7529895652EE}"/>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282695" y="5812700"/>
            <a:ext cx="452606" cy="3175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Download Tiktok, Tiktok Logo, Tiktok ...">
            <a:extLst>
              <a:ext uri="{FF2B5EF4-FFF2-40B4-BE49-F238E27FC236}">
                <a16:creationId xmlns:a16="http://schemas.microsoft.com/office/drawing/2014/main" id="{C41D06A1-F70E-AE4D-9182-77B40E293DCC}"/>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028938" y="7308951"/>
            <a:ext cx="45719" cy="53412"/>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C3D53BE0-F282-CBE3-5C91-3B4874EA0E44}"/>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824323" y="5811715"/>
            <a:ext cx="317500" cy="31750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X Logo, symbol, meaning, history, PNG ...">
            <a:extLst>
              <a:ext uri="{FF2B5EF4-FFF2-40B4-BE49-F238E27FC236}">
                <a16:creationId xmlns:a16="http://schemas.microsoft.com/office/drawing/2014/main" id="{60C9B7F2-9F71-BB4C-F2E3-686F83F4F3F8}"/>
              </a:ext>
            </a:extLst>
          </p:cNvPr>
          <p:cNvPicPr>
            <a:picLocks noChangeAspect="1" noChangeArrowheads="1"/>
          </p:cNvPicPr>
          <p:nvPr/>
        </p:nvPicPr>
        <p:blipFill rotWithShape="1">
          <a:blip r:embed="rId18">
            <a:extLst>
              <a:ext uri="{28A0092B-C50C-407E-A947-70E740481C1C}">
                <a14:useLocalDpi xmlns:a14="http://schemas.microsoft.com/office/drawing/2010/main" val="0"/>
              </a:ext>
            </a:extLst>
          </a:blip>
          <a:srcRect l="16978" t="-130" r="22489" b="130"/>
          <a:stretch>
            <a:fillRect/>
          </a:stretch>
        </p:blipFill>
        <p:spPr bwMode="auto">
          <a:xfrm>
            <a:off x="-184221" y="7512391"/>
            <a:ext cx="49420" cy="45719"/>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a:extLst>
              <a:ext uri="{FF2B5EF4-FFF2-40B4-BE49-F238E27FC236}">
                <a16:creationId xmlns:a16="http://schemas.microsoft.com/office/drawing/2014/main" id="{73CC9D61-69F4-EBDE-9168-245AD4F1D708}"/>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260401" y="5811715"/>
            <a:ext cx="317500" cy="317500"/>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a:extLst>
              <a:ext uri="{FF2B5EF4-FFF2-40B4-BE49-F238E27FC236}">
                <a16:creationId xmlns:a16="http://schemas.microsoft.com/office/drawing/2014/main" id="{373E5769-AC3F-64ED-C0F1-D003569E56CE}"/>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669905" y="5810170"/>
            <a:ext cx="317500" cy="31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84824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400" b="1" dirty="0">
                <a:solidFill>
                  <a:srgbClr val="FF0000"/>
                </a:solidFill>
              </a:rPr>
              <a:t>The </a:t>
            </a:r>
            <a:r>
              <a:rPr lang="en-US" sz="2400" b="1" dirty="0">
                <a:solidFill>
                  <a:srgbClr val="FF0000"/>
                </a:solidFill>
              </a:rPr>
              <a:t>E</a:t>
            </a:r>
            <a:r>
              <a:rPr sz="2400" b="1" dirty="0">
                <a:solidFill>
                  <a:srgbClr val="FF0000"/>
                </a:solidFill>
              </a:rPr>
              <a:t>nvironment: </a:t>
            </a:r>
            <a:r>
              <a:rPr lang="en-US" sz="2400" b="1" dirty="0">
                <a:solidFill>
                  <a:srgbClr val="FF0000"/>
                </a:solidFill>
              </a:rPr>
              <a:t>B</a:t>
            </a:r>
            <a:r>
              <a:rPr sz="2400" b="1" dirty="0">
                <a:solidFill>
                  <a:srgbClr val="FF0000"/>
                </a:solidFill>
              </a:rPr>
              <a:t>are </a:t>
            </a:r>
            <a:r>
              <a:rPr lang="en-US" sz="2400" b="1" dirty="0">
                <a:solidFill>
                  <a:srgbClr val="FF0000"/>
                </a:solidFill>
              </a:rPr>
              <a:t>M</a:t>
            </a:r>
            <a:r>
              <a:rPr sz="2400" b="1" dirty="0">
                <a:solidFill>
                  <a:srgbClr val="FF0000"/>
                </a:solidFill>
              </a:rPr>
              <a:t>etal, no </a:t>
            </a:r>
            <a:r>
              <a:rPr lang="en-US" sz="2400" b="1" dirty="0">
                <a:solidFill>
                  <a:srgbClr val="FF0000"/>
                </a:solidFill>
              </a:rPr>
              <a:t>S</a:t>
            </a:r>
            <a:r>
              <a:rPr sz="2400" b="1" dirty="0">
                <a:solidFill>
                  <a:srgbClr val="FF0000"/>
                </a:solidFill>
              </a:rPr>
              <a:t>afety </a:t>
            </a:r>
            <a:r>
              <a:rPr lang="en-US" sz="2400" b="1" dirty="0">
                <a:solidFill>
                  <a:srgbClr val="FF0000"/>
                </a:solidFill>
              </a:rPr>
              <a:t>N</a:t>
            </a:r>
            <a:r>
              <a:rPr sz="2400" b="1" dirty="0">
                <a:solidFill>
                  <a:srgbClr val="FF0000"/>
                </a:solidFill>
              </a:rPr>
              <a:t>et</a:t>
            </a:r>
          </a:p>
        </p:txBody>
      </p:sp>
      <p:sp>
        <p:nvSpPr>
          <p:cNvPr id="3" name="Text Placeholder 2"/>
          <p:cNvSpPr>
            <a:spLocks noGrp="1"/>
          </p:cNvSpPr>
          <p:nvPr>
            <p:ph type="body" idx="1"/>
          </p:nvPr>
        </p:nvSpPr>
        <p:spPr>
          <a:xfrm>
            <a:off x="885049" y="2577300"/>
            <a:ext cx="5148900" cy="816300"/>
          </a:xfrm>
        </p:spPr>
        <p:txBody>
          <a:bodyPr/>
          <a:lstStyle/>
          <a:p>
            <a:endParaRPr dirty="0"/>
          </a:p>
          <a:p>
            <a:pPr marL="114300" indent="0">
              <a:lnSpc>
                <a:spcPct val="150000"/>
              </a:lnSpc>
              <a:spcBef>
                <a:spcPts val="300"/>
              </a:spcBef>
              <a:buNone/>
            </a:pPr>
            <a:r>
              <a:rPr sz="1300" b="0" i="0" dirty="0">
                <a:solidFill>
                  <a:srgbClr val="333333"/>
                </a:solidFill>
              </a:rPr>
              <a:t>Dell </a:t>
            </a:r>
            <a:r>
              <a:rPr lang="en-US" sz="1300" b="0" i="0" dirty="0">
                <a:solidFill>
                  <a:srgbClr val="333333"/>
                </a:solidFill>
              </a:rPr>
              <a:t>AI Factory </a:t>
            </a:r>
            <a:r>
              <a:rPr sz="1300" b="0" i="0" dirty="0">
                <a:solidFill>
                  <a:srgbClr val="333333"/>
                </a:solidFill>
              </a:rPr>
              <a:t>bare-metal cluster — </a:t>
            </a:r>
            <a:r>
              <a:rPr lang="en-US" sz="1300" dirty="0">
                <a:solidFill>
                  <a:srgbClr val="333333"/>
                </a:solidFill>
              </a:rPr>
              <a:t>PowerEdge </a:t>
            </a:r>
            <a:r>
              <a:rPr lang="en-US" sz="1300" b="0" i="0" dirty="0">
                <a:solidFill>
                  <a:srgbClr val="333333"/>
                </a:solidFill>
              </a:rPr>
              <a:t>R660</a:t>
            </a:r>
            <a:r>
              <a:rPr sz="1300" b="0" i="0" dirty="0">
                <a:solidFill>
                  <a:srgbClr val="333333"/>
                </a:solidFill>
              </a:rPr>
              <a:t> control plane, </a:t>
            </a:r>
            <a:endParaRPr lang="en-US" sz="1300" b="0" i="0" dirty="0">
              <a:solidFill>
                <a:srgbClr val="333333"/>
              </a:solidFill>
            </a:endParaRPr>
          </a:p>
          <a:p>
            <a:pPr marL="114300" indent="0">
              <a:lnSpc>
                <a:spcPct val="150000"/>
              </a:lnSpc>
              <a:spcBef>
                <a:spcPts val="300"/>
              </a:spcBef>
              <a:buNone/>
            </a:pPr>
            <a:r>
              <a:rPr lang="en-US" sz="1300" b="0" i="0" dirty="0">
                <a:solidFill>
                  <a:srgbClr val="333333"/>
                </a:solidFill>
              </a:rPr>
              <a:t>R670 CPU nodes and </a:t>
            </a:r>
            <a:r>
              <a:rPr lang="en-US" sz="1300" b="0" i="0" dirty="0" err="1">
                <a:solidFill>
                  <a:srgbClr val="333333"/>
                </a:solidFill>
              </a:rPr>
              <a:t>ESXi</a:t>
            </a:r>
            <a:r>
              <a:rPr lang="en-US" sz="1300" b="0" i="0" dirty="0">
                <a:solidFill>
                  <a:srgbClr val="333333"/>
                </a:solidFill>
              </a:rPr>
              <a:t>, XE7740</a:t>
            </a:r>
            <a:r>
              <a:rPr sz="1300" b="0" i="0" dirty="0">
                <a:solidFill>
                  <a:srgbClr val="333333"/>
                </a:solidFill>
              </a:rPr>
              <a:t> GPU workers</a:t>
            </a:r>
            <a:endParaRPr lang="en-US" sz="1300" b="0" i="0" dirty="0">
              <a:solidFill>
                <a:srgbClr val="333333"/>
              </a:solidFill>
            </a:endParaRPr>
          </a:p>
          <a:p>
            <a:pPr>
              <a:lnSpc>
                <a:spcPct val="150000"/>
              </a:lnSpc>
              <a:spcBef>
                <a:spcPts val="300"/>
              </a:spcBef>
            </a:pPr>
            <a:r>
              <a:rPr lang="en-US" sz="1300" dirty="0" err="1">
                <a:solidFill>
                  <a:srgbClr val="333333"/>
                </a:solidFill>
              </a:rPr>
              <a:t>PowerScale</a:t>
            </a:r>
            <a:r>
              <a:rPr lang="en-US" sz="1300" dirty="0">
                <a:solidFill>
                  <a:srgbClr val="333333"/>
                </a:solidFill>
              </a:rPr>
              <a:t> scale-out NAS with RDMA w/</a:t>
            </a:r>
            <a:r>
              <a:rPr lang="en-US" sz="1300" dirty="0" err="1">
                <a:solidFill>
                  <a:srgbClr val="333333"/>
                </a:solidFill>
              </a:rPr>
              <a:t>OneFS</a:t>
            </a:r>
            <a:endParaRPr sz="1300" b="0" i="0" dirty="0">
              <a:solidFill>
                <a:srgbClr val="333333"/>
              </a:solidFill>
            </a:endParaRPr>
          </a:p>
          <a:p>
            <a:pPr>
              <a:lnSpc>
                <a:spcPct val="150000"/>
              </a:lnSpc>
              <a:spcBef>
                <a:spcPts val="300"/>
              </a:spcBef>
            </a:pPr>
            <a:r>
              <a:rPr lang="en-US" sz="1300" b="0" i="0" dirty="0">
                <a:solidFill>
                  <a:srgbClr val="333333"/>
                </a:solidFill>
              </a:rPr>
              <a:t>Latest </a:t>
            </a:r>
            <a:r>
              <a:rPr sz="1300" b="0" i="0" dirty="0">
                <a:solidFill>
                  <a:srgbClr val="333333"/>
                </a:solidFill>
              </a:rPr>
              <a:t>OpenShift + OpenShift AI, NVIDIA GPU &amp; Network Operators</a:t>
            </a:r>
            <a:r>
              <a:rPr lang="en-US" sz="1300" dirty="0">
                <a:solidFill>
                  <a:srgbClr val="333333"/>
                </a:solidFill>
              </a:rPr>
              <a:t> &amp; </a:t>
            </a:r>
            <a:r>
              <a:rPr lang="en-US" sz="1300" dirty="0" err="1">
                <a:solidFill>
                  <a:srgbClr val="333333"/>
                </a:solidFill>
              </a:rPr>
              <a:t>Run:AI</a:t>
            </a:r>
            <a:endParaRPr sz="1300" b="0" i="0" dirty="0">
              <a:solidFill>
                <a:srgbClr val="333333"/>
              </a:solidFill>
            </a:endParaRPr>
          </a:p>
          <a:p>
            <a:pPr>
              <a:lnSpc>
                <a:spcPct val="150000"/>
              </a:lnSpc>
              <a:spcBef>
                <a:spcPts val="300"/>
              </a:spcBef>
            </a:pPr>
            <a:r>
              <a:rPr lang="en-US" sz="1300" b="0" i="0" dirty="0">
                <a:solidFill>
                  <a:srgbClr val="333333"/>
                </a:solidFill>
              </a:rPr>
              <a:t>NVIDIA</a:t>
            </a:r>
            <a:r>
              <a:rPr sz="1300" b="0" i="0" dirty="0">
                <a:solidFill>
                  <a:srgbClr val="333333"/>
                </a:solidFill>
              </a:rPr>
              <a:t> GPUs H200 </a:t>
            </a:r>
            <a:r>
              <a:rPr lang="en-US" sz="1300" b="0" i="0" dirty="0">
                <a:solidFill>
                  <a:srgbClr val="333333"/>
                </a:solidFill>
              </a:rPr>
              <a:t>nodes in air-gapped </a:t>
            </a:r>
            <a:r>
              <a:rPr lang="en-US" sz="1300" dirty="0">
                <a:solidFill>
                  <a:srgbClr val="333333"/>
                </a:solidFill>
              </a:rPr>
              <a:t>environment</a:t>
            </a:r>
            <a:endParaRPr sz="1300" b="0" i="0" dirty="0">
              <a:solidFill>
                <a:srgbClr val="333333"/>
              </a:solidFill>
            </a:endParaRPr>
          </a:p>
          <a:p>
            <a:pPr>
              <a:lnSpc>
                <a:spcPct val="150000"/>
              </a:lnSpc>
              <a:spcBef>
                <a:spcPts val="300"/>
              </a:spcBef>
            </a:pPr>
            <a:r>
              <a:rPr sz="1300" b="0" i="0" dirty="0">
                <a:solidFill>
                  <a:srgbClr val="333333"/>
                </a:solidFill>
              </a:rPr>
              <a:t>Air-gapped with local Quay mirror — no public registries</a:t>
            </a:r>
            <a:endParaRPr lang="en-US" sz="1300" b="0" i="0" dirty="0">
              <a:solidFill>
                <a:srgbClr val="333333"/>
              </a:solidFill>
            </a:endParaRPr>
          </a:p>
          <a:p>
            <a:pPr marL="114300" indent="0">
              <a:spcBef>
                <a:spcPts val="600"/>
              </a:spcBef>
              <a:buNone/>
            </a:pPr>
            <a:r>
              <a:rPr lang="en-NL" sz="1300" i="1">
                <a:solidFill>
                  <a:srgbClr val="0D47A1"/>
                </a:solidFill>
              </a:rPr>
              <a:t>▎</a:t>
            </a:r>
            <a:r>
              <a:rPr sz="1300" i="1" dirty="0">
                <a:solidFill>
                  <a:srgbClr val="0D47A1"/>
                </a:solidFill>
              </a:rPr>
              <a:t> No cloud abstractions. Every layer is ours to manage.</a:t>
            </a:r>
          </a:p>
        </p:txBody>
      </p:sp>
      <p:sp>
        <p:nvSpPr>
          <p:cNvPr id="6" name="Rounded Rectangle 5"/>
          <p:cNvSpPr/>
          <p:nvPr/>
        </p:nvSpPr>
        <p:spPr>
          <a:xfrm>
            <a:off x="2034863" y="5709964"/>
            <a:ext cx="1920240" cy="502920"/>
          </a:xfrm>
          <a:prstGeom prst="round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000" b="1">
                <a:solidFill>
                  <a:srgbClr val="FFFFFF"/>
                </a:solidFill>
              </a:rPr>
              <a:t>Dell Bare Metal</a:t>
            </a:r>
          </a:p>
        </p:txBody>
      </p:sp>
      <p:sp>
        <p:nvSpPr>
          <p:cNvPr id="7" name="Rounded Rectangle 6"/>
          <p:cNvSpPr/>
          <p:nvPr/>
        </p:nvSpPr>
        <p:spPr>
          <a:xfrm>
            <a:off x="4137983" y="5709964"/>
            <a:ext cx="1920240" cy="502920"/>
          </a:xfrm>
          <a:prstGeom prst="round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000" b="1">
                <a:solidFill>
                  <a:srgbClr val="FFFFFF"/>
                </a:solidFill>
              </a:rPr>
              <a:t>OpenShift</a:t>
            </a:r>
          </a:p>
        </p:txBody>
      </p:sp>
      <p:sp>
        <p:nvSpPr>
          <p:cNvPr id="8" name="Rounded Rectangle 7"/>
          <p:cNvSpPr/>
          <p:nvPr/>
        </p:nvSpPr>
        <p:spPr>
          <a:xfrm>
            <a:off x="6241102" y="5709964"/>
            <a:ext cx="1920240" cy="502920"/>
          </a:xfrm>
          <a:prstGeom prst="roundRect">
            <a:avLst/>
          </a:prstGeom>
          <a:solidFill>
            <a:srgbClr val="7B1FA2"/>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000" b="1">
                <a:solidFill>
                  <a:srgbClr val="FFFFFF"/>
                </a:solidFill>
              </a:rPr>
              <a:t>GPU/Net Operators</a:t>
            </a:r>
          </a:p>
        </p:txBody>
      </p:sp>
      <p:sp>
        <p:nvSpPr>
          <p:cNvPr id="9" name="Rounded Rectangle 8"/>
          <p:cNvSpPr/>
          <p:nvPr/>
        </p:nvSpPr>
        <p:spPr>
          <a:xfrm>
            <a:off x="8344222" y="5709964"/>
            <a:ext cx="1920240" cy="502920"/>
          </a:xfrm>
          <a:prstGeom prst="roundRect">
            <a:avLst/>
          </a:prstGeom>
          <a:solidFill>
            <a:srgbClr val="F57C00"/>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000" b="1">
                <a:solidFill>
                  <a:srgbClr val="FFFFFF"/>
                </a:solidFill>
              </a:rPr>
              <a:t>Quay Mirror</a:t>
            </a:r>
          </a:p>
        </p:txBody>
      </p:sp>
      <p:pic>
        <p:nvPicPr>
          <p:cNvPr id="11" name="Image 2" descr="/mnt/data/assets/dell.png">
            <a:extLst>
              <a:ext uri="{FF2B5EF4-FFF2-40B4-BE49-F238E27FC236}">
                <a16:creationId xmlns:a16="http://schemas.microsoft.com/office/drawing/2014/main" id="{6C154399-9E47-3F11-8F63-55926D422B3C}"/>
              </a:ext>
            </a:extLst>
          </p:cNvPr>
          <p:cNvPicPr>
            <a:picLocks noChangeAspect="1"/>
          </p:cNvPicPr>
          <p:nvPr/>
        </p:nvPicPr>
        <p:blipFill>
          <a:blip r:embed="rId3"/>
          <a:stretch>
            <a:fillRect/>
          </a:stretch>
        </p:blipFill>
        <p:spPr>
          <a:xfrm>
            <a:off x="559602" y="6178550"/>
            <a:ext cx="650894" cy="377190"/>
          </a:xfrm>
          <a:prstGeom prst="rect">
            <a:avLst/>
          </a:prstGeom>
        </p:spPr>
      </p:pic>
      <p:pic>
        <p:nvPicPr>
          <p:cNvPr id="4" name="Picture 3" descr="Block diagram representing the reference architecture">
            <a:extLst>
              <a:ext uri="{FF2B5EF4-FFF2-40B4-BE49-F238E27FC236}">
                <a16:creationId xmlns:a16="http://schemas.microsoft.com/office/drawing/2014/main" id="{B849E971-BCD9-692E-40F2-A6D38C1B2A80}"/>
              </a:ext>
            </a:extLst>
          </p:cNvPr>
          <p:cNvPicPr>
            <a:picLocks noChangeAspect="1"/>
          </p:cNvPicPr>
          <p:nvPr/>
        </p:nvPicPr>
        <p:blipFill>
          <a:blip r:embed="rId4"/>
          <a:stretch>
            <a:fillRect/>
          </a:stretch>
        </p:blipFill>
        <p:spPr>
          <a:xfrm>
            <a:off x="6058223" y="2156370"/>
            <a:ext cx="5706482" cy="3084648"/>
          </a:xfrm>
          <a:prstGeom prst="rect">
            <a:avLst/>
          </a:prstGeom>
        </p:spPr>
      </p:pic>
      <p:pic>
        <p:nvPicPr>
          <p:cNvPr id="14" name="Picture 13">
            <a:extLst>
              <a:ext uri="{FF2B5EF4-FFF2-40B4-BE49-F238E27FC236}">
                <a16:creationId xmlns:a16="http://schemas.microsoft.com/office/drawing/2014/main" id="{6317DC38-1B62-C097-EB89-46B01F6520D0}"/>
              </a:ext>
            </a:extLst>
          </p:cNvPr>
          <p:cNvPicPr>
            <a:picLocks noChangeAspect="1"/>
          </p:cNvPicPr>
          <p:nvPr/>
        </p:nvPicPr>
        <p:blipFill>
          <a:blip r:embed="rId5"/>
          <a:srcRect t="28238" b="22983"/>
          <a:stretch>
            <a:fillRect/>
          </a:stretch>
        </p:blipFill>
        <p:spPr>
          <a:xfrm>
            <a:off x="559602" y="5827500"/>
            <a:ext cx="650894" cy="3175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400" b="1" dirty="0">
                <a:solidFill>
                  <a:srgbClr val="FF0000"/>
                </a:solidFill>
              </a:rPr>
              <a:t>"It runs" ≠ "It's safe to share"</a:t>
            </a:r>
          </a:p>
        </p:txBody>
      </p:sp>
      <p:sp>
        <p:nvSpPr>
          <p:cNvPr id="3" name="Text Placeholder 2"/>
          <p:cNvSpPr>
            <a:spLocks noGrp="1"/>
          </p:cNvSpPr>
          <p:nvPr>
            <p:ph type="body" idx="1"/>
          </p:nvPr>
        </p:nvSpPr>
        <p:spPr>
          <a:xfrm>
            <a:off x="885049" y="3020850"/>
            <a:ext cx="5148900" cy="816300"/>
          </a:xfrm>
        </p:spPr>
        <p:txBody>
          <a:bodyPr/>
          <a:lstStyle/>
          <a:p>
            <a:endParaRPr dirty="0"/>
          </a:p>
          <a:p>
            <a:pPr marL="114300" indent="0">
              <a:spcBef>
                <a:spcPts val="200"/>
              </a:spcBef>
              <a:buNone/>
            </a:pPr>
            <a:r>
              <a:rPr sz="1400" b="1" i="0" dirty="0">
                <a:solidFill>
                  <a:srgbClr val="333333"/>
                </a:solidFill>
              </a:rPr>
              <a:t>What we actually </a:t>
            </a:r>
            <a:r>
              <a:rPr lang="en-US" sz="1400" b="1" i="0" dirty="0">
                <a:solidFill>
                  <a:srgbClr val="333333"/>
                </a:solidFill>
              </a:rPr>
              <a:t>avoided from </a:t>
            </a:r>
            <a:r>
              <a:rPr sz="1400" b="1" i="0" dirty="0">
                <a:solidFill>
                  <a:srgbClr val="333333"/>
                </a:solidFill>
              </a:rPr>
              <a:t>day one:</a:t>
            </a:r>
          </a:p>
          <a:p>
            <a:pPr>
              <a:lnSpc>
                <a:spcPct val="150000"/>
              </a:lnSpc>
              <a:spcBef>
                <a:spcPts val="300"/>
              </a:spcBef>
            </a:pPr>
            <a:r>
              <a:rPr sz="1300" b="1" dirty="0">
                <a:solidFill>
                  <a:srgbClr val="EA4335"/>
                </a:solidFill>
              </a:rPr>
              <a:t>🔥 Noisy neighbors</a:t>
            </a:r>
            <a:r>
              <a:rPr sz="1300" b="0" dirty="0"/>
              <a:t> hoarding GPU memory → latency spikes</a:t>
            </a:r>
          </a:p>
          <a:p>
            <a:pPr>
              <a:lnSpc>
                <a:spcPct val="150000"/>
              </a:lnSpc>
              <a:spcBef>
                <a:spcPts val="300"/>
              </a:spcBef>
            </a:pPr>
            <a:r>
              <a:rPr sz="1300" b="1" dirty="0">
                <a:solidFill>
                  <a:srgbClr val="EA4335"/>
                </a:solidFill>
              </a:rPr>
              <a:t>💀 Queue explosions</a:t>
            </a:r>
            <a:r>
              <a:rPr sz="1300" b="0" dirty="0"/>
              <a:t> → jobs starving, 'random wins' scheduling</a:t>
            </a:r>
          </a:p>
          <a:p>
            <a:pPr>
              <a:lnSpc>
                <a:spcPct val="150000"/>
              </a:lnSpc>
              <a:spcBef>
                <a:spcPts val="300"/>
              </a:spcBef>
            </a:pPr>
            <a:r>
              <a:rPr sz="1300" b="1" dirty="0">
                <a:solidFill>
                  <a:srgbClr val="F57C00"/>
                </a:solidFill>
              </a:rPr>
              <a:t>🧩 MIG misfit</a:t>
            </a:r>
            <a:r>
              <a:rPr sz="1300" b="0" dirty="0"/>
              <a:t> → some workloads thrived, others crawled</a:t>
            </a:r>
          </a:p>
          <a:p>
            <a:pPr>
              <a:lnSpc>
                <a:spcPct val="150000"/>
              </a:lnSpc>
              <a:spcBef>
                <a:spcPts val="300"/>
              </a:spcBef>
            </a:pPr>
            <a:r>
              <a:rPr sz="1300" b="1" dirty="0">
                <a:solidFill>
                  <a:srgbClr val="F57C00"/>
                </a:solidFill>
              </a:rPr>
              <a:t>💣 Driver drift</a:t>
            </a:r>
            <a:r>
              <a:rPr sz="1300" b="0" dirty="0"/>
              <a:t> → proprietary kernel modules + firmware mismatch</a:t>
            </a:r>
          </a:p>
          <a:p>
            <a:pPr>
              <a:lnSpc>
                <a:spcPct val="150000"/>
              </a:lnSpc>
              <a:spcBef>
                <a:spcPts val="300"/>
              </a:spcBef>
            </a:pPr>
            <a:r>
              <a:rPr sz="1300" b="1" dirty="0">
                <a:solidFill>
                  <a:srgbClr val="F57C00"/>
                </a:solidFill>
              </a:rPr>
              <a:t>🌐 Network chaos</a:t>
            </a:r>
            <a:r>
              <a:rPr sz="1300" b="0" dirty="0"/>
              <a:t> → SR-IOV misconfigured, RDMA failures</a:t>
            </a:r>
          </a:p>
          <a:p>
            <a:pPr marL="114300" indent="0">
              <a:spcBef>
                <a:spcPts val="600"/>
              </a:spcBef>
              <a:buNone/>
            </a:pPr>
            <a:r>
              <a:rPr sz="1300" i="1" dirty="0">
                <a:solidFill>
                  <a:srgbClr val="0D47A1"/>
                </a:solidFill>
              </a:rPr>
              <a:t>▎ We needed guardrails. We needed a </a:t>
            </a:r>
            <a:r>
              <a:rPr sz="1300" i="1" dirty="0" err="1">
                <a:solidFill>
                  <a:srgbClr val="0D47A1"/>
                </a:solidFill>
              </a:rPr>
              <a:t>GitOps</a:t>
            </a:r>
            <a:r>
              <a:rPr sz="1300" i="1" dirty="0">
                <a:solidFill>
                  <a:srgbClr val="0D47A1"/>
                </a:solidFill>
              </a:rPr>
              <a:t>-driven framework.</a:t>
            </a:r>
          </a:p>
        </p:txBody>
      </p:sp>
      <p:pic>
        <p:nvPicPr>
          <p:cNvPr id="10" name="Picture 9" descr="Image of a man in a blue button-down shirt in a room of servers pushing buttons on one of the servers. ">
            <a:extLst>
              <a:ext uri="{FF2B5EF4-FFF2-40B4-BE49-F238E27FC236}">
                <a16:creationId xmlns:a16="http://schemas.microsoft.com/office/drawing/2014/main" id="{6DFFCA5C-6B52-EC82-4296-F7F14A2DF420}"/>
              </a:ext>
            </a:extLst>
          </p:cNvPr>
          <p:cNvPicPr>
            <a:picLocks noChangeAspect="1"/>
          </p:cNvPicPr>
          <p:nvPr/>
        </p:nvPicPr>
        <p:blipFill>
          <a:blip r:embed="rId3"/>
          <a:srcRect r="34548" b="1"/>
          <a:stretch>
            <a:fillRect/>
          </a:stretch>
        </p:blipFill>
        <p:spPr>
          <a:xfrm>
            <a:off x="6158052" y="1683563"/>
            <a:ext cx="5474345" cy="4391001"/>
          </a:xfrm>
          <a:prstGeom prst="rect">
            <a:avLst/>
          </a:prstGeom>
          <a:noFill/>
          <a:ln>
            <a:noFill/>
          </a:ln>
        </p:spPr>
      </p:pic>
      <p:pic>
        <p:nvPicPr>
          <p:cNvPr id="4" name="Image 2" descr="/mnt/data/assets/dell.png">
            <a:extLst>
              <a:ext uri="{FF2B5EF4-FFF2-40B4-BE49-F238E27FC236}">
                <a16:creationId xmlns:a16="http://schemas.microsoft.com/office/drawing/2014/main" id="{49ECCC81-7E6C-7467-5D24-93704CAA4205}"/>
              </a:ext>
            </a:extLst>
          </p:cNvPr>
          <p:cNvPicPr>
            <a:picLocks noChangeAspect="1"/>
          </p:cNvPicPr>
          <p:nvPr/>
        </p:nvPicPr>
        <p:blipFill>
          <a:blip r:embed="rId4"/>
          <a:stretch>
            <a:fillRect/>
          </a:stretch>
        </p:blipFill>
        <p:spPr>
          <a:xfrm>
            <a:off x="559602" y="6178550"/>
            <a:ext cx="650894" cy="377190"/>
          </a:xfrm>
          <a:prstGeom prst="rect">
            <a:avLst/>
          </a:prstGeom>
        </p:spPr>
      </p:pic>
      <p:pic>
        <p:nvPicPr>
          <p:cNvPr id="5" name="Picture 4">
            <a:extLst>
              <a:ext uri="{FF2B5EF4-FFF2-40B4-BE49-F238E27FC236}">
                <a16:creationId xmlns:a16="http://schemas.microsoft.com/office/drawing/2014/main" id="{06EB5F26-F16D-24D4-2AB4-1DEC414FC401}"/>
              </a:ext>
            </a:extLst>
          </p:cNvPr>
          <p:cNvPicPr>
            <a:picLocks noChangeAspect="1"/>
          </p:cNvPicPr>
          <p:nvPr/>
        </p:nvPicPr>
        <p:blipFill>
          <a:blip r:embed="rId5"/>
          <a:srcRect t="28238" b="22983"/>
          <a:stretch>
            <a:fillRect/>
          </a:stretch>
        </p:blipFill>
        <p:spPr>
          <a:xfrm>
            <a:off x="559602" y="5827500"/>
            <a:ext cx="650894" cy="3175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400" b="1" dirty="0">
                <a:solidFill>
                  <a:srgbClr val="FF0000"/>
                </a:solidFill>
              </a:rPr>
              <a:t>The </a:t>
            </a:r>
            <a:r>
              <a:rPr lang="en-US" sz="2400" b="1" dirty="0">
                <a:solidFill>
                  <a:srgbClr val="FF0000"/>
                </a:solidFill>
              </a:rPr>
              <a:t>F</a:t>
            </a:r>
            <a:r>
              <a:rPr sz="2400" b="1" dirty="0">
                <a:solidFill>
                  <a:srgbClr val="FF0000"/>
                </a:solidFill>
              </a:rPr>
              <a:t>ramework</a:t>
            </a:r>
          </a:p>
        </p:txBody>
      </p:sp>
      <p:sp>
        <p:nvSpPr>
          <p:cNvPr id="3" name="Text Placeholder 2"/>
          <p:cNvSpPr>
            <a:spLocks noGrp="1"/>
          </p:cNvSpPr>
          <p:nvPr>
            <p:ph type="body" idx="1"/>
          </p:nvPr>
        </p:nvSpPr>
        <p:spPr>
          <a:xfrm>
            <a:off x="1981200" y="4555165"/>
            <a:ext cx="8229600" cy="816300"/>
          </a:xfrm>
        </p:spPr>
        <p:txBody>
          <a:bodyPr/>
          <a:lstStyle/>
          <a:p>
            <a:pPr marL="114300" indent="0" algn="ctr">
              <a:spcBef>
                <a:spcPts val="600"/>
              </a:spcBef>
              <a:buNone/>
            </a:pPr>
            <a:r>
              <a:rPr sz="2000" i="1" dirty="0">
                <a:solidFill>
                  <a:srgbClr val="0D47A1"/>
                </a:solidFill>
              </a:rPr>
              <a:t>▎ Every decision filters through these three lenses.</a:t>
            </a:r>
          </a:p>
        </p:txBody>
      </p:sp>
      <p:sp>
        <p:nvSpPr>
          <p:cNvPr id="6" name="Rounded Rectangle 5"/>
          <p:cNvSpPr/>
          <p:nvPr/>
        </p:nvSpPr>
        <p:spPr>
          <a:xfrm>
            <a:off x="2079012" y="2552017"/>
            <a:ext cx="2560320" cy="411480"/>
          </a:xfrm>
          <a:prstGeom prst="round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400" b="1">
                <a:solidFill>
                  <a:srgbClr val="FFFFFF"/>
                </a:solidFill>
              </a:rPr>
              <a:t>🛡️ SAFE</a:t>
            </a:r>
          </a:p>
        </p:txBody>
      </p:sp>
      <p:sp>
        <p:nvSpPr>
          <p:cNvPr id="7" name="Rounded Rectangle 6"/>
          <p:cNvSpPr/>
          <p:nvPr/>
        </p:nvSpPr>
        <p:spPr>
          <a:xfrm>
            <a:off x="2079012" y="2963497"/>
            <a:ext cx="2560320" cy="868680"/>
          </a:xfrm>
          <a:prstGeom prst="roundRect">
            <a:avLst/>
          </a:prstGeom>
          <a:solidFill>
            <a:srgbClr val="F1F3F4"/>
          </a:solidFill>
          <a:ln w="12700">
            <a:solidFill>
              <a:srgbClr val="34A853"/>
            </a:solid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100" b="0">
                <a:solidFill>
                  <a:srgbClr val="333333"/>
                </a:solidFill>
              </a:rPr>
              <a:t>Blast radius = zero
One team can't
break another</a:t>
            </a:r>
          </a:p>
        </p:txBody>
      </p:sp>
      <p:sp>
        <p:nvSpPr>
          <p:cNvPr id="8" name="Rounded Rectangle 7"/>
          <p:cNvSpPr/>
          <p:nvPr/>
        </p:nvSpPr>
        <p:spPr>
          <a:xfrm>
            <a:off x="4913652" y="2552017"/>
            <a:ext cx="2560320" cy="411480"/>
          </a:xfrm>
          <a:prstGeom prst="round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400" b="1">
                <a:solidFill>
                  <a:srgbClr val="FFFFFF"/>
                </a:solidFill>
              </a:rPr>
              <a:t>⚖️ FAIR</a:t>
            </a:r>
          </a:p>
        </p:txBody>
      </p:sp>
      <p:sp>
        <p:nvSpPr>
          <p:cNvPr id="9" name="Rounded Rectangle 8"/>
          <p:cNvSpPr/>
          <p:nvPr/>
        </p:nvSpPr>
        <p:spPr>
          <a:xfrm>
            <a:off x="4913652" y="2963497"/>
            <a:ext cx="2560320" cy="868680"/>
          </a:xfrm>
          <a:prstGeom prst="roundRect">
            <a:avLst/>
          </a:prstGeom>
          <a:solidFill>
            <a:srgbClr val="F1F3F4"/>
          </a:solidFill>
          <a:ln w="12700">
            <a:solidFill>
              <a:srgbClr val="1A73E8"/>
            </a:solid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100" b="0">
                <a:solidFill>
                  <a:srgbClr val="333333"/>
                </a:solidFill>
              </a:rPr>
              <a:t>Contention is
deterministic
No more 'random wins'</a:t>
            </a:r>
          </a:p>
        </p:txBody>
      </p:sp>
      <p:sp>
        <p:nvSpPr>
          <p:cNvPr id="10" name="Rounded Rectangle 9"/>
          <p:cNvSpPr/>
          <p:nvPr/>
        </p:nvSpPr>
        <p:spPr>
          <a:xfrm>
            <a:off x="7748292" y="2552017"/>
            <a:ext cx="2560320" cy="411480"/>
          </a:xfrm>
          <a:prstGeom prst="roundRect">
            <a:avLst/>
          </a:prstGeom>
          <a:solidFill>
            <a:srgbClr val="F57C00"/>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400" b="1">
                <a:solidFill>
                  <a:srgbClr val="FFFFFF"/>
                </a:solidFill>
              </a:rPr>
              <a:t>⚡ EFFICIENT</a:t>
            </a:r>
          </a:p>
        </p:txBody>
      </p:sp>
      <p:sp>
        <p:nvSpPr>
          <p:cNvPr id="11" name="Rounded Rectangle 10"/>
          <p:cNvSpPr/>
          <p:nvPr/>
        </p:nvSpPr>
        <p:spPr>
          <a:xfrm>
            <a:off x="7748292" y="2963497"/>
            <a:ext cx="2560320" cy="868680"/>
          </a:xfrm>
          <a:prstGeom prst="roundRect">
            <a:avLst/>
          </a:prstGeom>
          <a:solidFill>
            <a:srgbClr val="F1F3F4"/>
          </a:solidFill>
          <a:ln w="12700">
            <a:solidFill>
              <a:srgbClr val="F57C00"/>
            </a:solid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100" b="0" dirty="0">
                <a:solidFill>
                  <a:srgbClr val="333333"/>
                </a:solidFill>
              </a:rPr>
              <a:t>Outcomes per
GPU-hour
Utilization ≠ useful work</a:t>
            </a:r>
          </a:p>
        </p:txBody>
      </p:sp>
      <p:pic>
        <p:nvPicPr>
          <p:cNvPr id="4" name="Image 2" descr="/mnt/data/assets/dell.png">
            <a:extLst>
              <a:ext uri="{FF2B5EF4-FFF2-40B4-BE49-F238E27FC236}">
                <a16:creationId xmlns:a16="http://schemas.microsoft.com/office/drawing/2014/main" id="{DDAEA827-8AEE-09FF-3179-2EC530B5B9AF}"/>
              </a:ext>
            </a:extLst>
          </p:cNvPr>
          <p:cNvPicPr>
            <a:picLocks noChangeAspect="1"/>
          </p:cNvPicPr>
          <p:nvPr/>
        </p:nvPicPr>
        <p:blipFill>
          <a:blip r:embed="rId3"/>
          <a:stretch>
            <a:fillRect/>
          </a:stretch>
        </p:blipFill>
        <p:spPr>
          <a:xfrm>
            <a:off x="559602" y="6178550"/>
            <a:ext cx="650894" cy="377190"/>
          </a:xfrm>
          <a:prstGeom prst="rect">
            <a:avLst/>
          </a:prstGeom>
        </p:spPr>
      </p:pic>
      <p:pic>
        <p:nvPicPr>
          <p:cNvPr id="5" name="Picture 4">
            <a:extLst>
              <a:ext uri="{FF2B5EF4-FFF2-40B4-BE49-F238E27FC236}">
                <a16:creationId xmlns:a16="http://schemas.microsoft.com/office/drawing/2014/main" id="{147E8B57-A37F-7194-AB2A-9AABE7A8A351}"/>
              </a:ext>
            </a:extLst>
          </p:cNvPr>
          <p:cNvPicPr>
            <a:picLocks noChangeAspect="1"/>
          </p:cNvPicPr>
          <p:nvPr/>
        </p:nvPicPr>
        <p:blipFill>
          <a:blip r:embed="rId4"/>
          <a:srcRect t="28238" b="22983"/>
          <a:stretch>
            <a:fillRect/>
          </a:stretch>
        </p:blipFill>
        <p:spPr>
          <a:xfrm>
            <a:off x="559602" y="5827500"/>
            <a:ext cx="650894" cy="3175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400" b="1" dirty="0">
                <a:solidFill>
                  <a:srgbClr val="FF0000"/>
                </a:solidFill>
              </a:rPr>
              <a:t>Three </a:t>
            </a:r>
            <a:r>
              <a:rPr lang="en-US" sz="2400" b="1" dirty="0">
                <a:solidFill>
                  <a:srgbClr val="FF0000"/>
                </a:solidFill>
              </a:rPr>
              <a:t>P</a:t>
            </a:r>
            <a:r>
              <a:rPr sz="2400" b="1" dirty="0">
                <a:solidFill>
                  <a:srgbClr val="FF0000"/>
                </a:solidFill>
              </a:rPr>
              <a:t>ersonas, </a:t>
            </a:r>
            <a:r>
              <a:rPr lang="en-US" sz="2400" b="1" dirty="0">
                <a:solidFill>
                  <a:srgbClr val="FF0000"/>
                </a:solidFill>
              </a:rPr>
              <a:t>O</a:t>
            </a:r>
            <a:r>
              <a:rPr sz="2400" b="1" dirty="0">
                <a:solidFill>
                  <a:srgbClr val="FF0000"/>
                </a:solidFill>
              </a:rPr>
              <a:t>ne </a:t>
            </a:r>
            <a:r>
              <a:rPr lang="en-US" sz="2400" b="1" dirty="0">
                <a:solidFill>
                  <a:srgbClr val="FF0000"/>
                </a:solidFill>
              </a:rPr>
              <a:t>P</a:t>
            </a:r>
            <a:r>
              <a:rPr sz="2400" b="1" dirty="0">
                <a:solidFill>
                  <a:srgbClr val="FF0000"/>
                </a:solidFill>
              </a:rPr>
              <a:t>latform</a:t>
            </a:r>
          </a:p>
        </p:txBody>
      </p:sp>
      <p:sp>
        <p:nvSpPr>
          <p:cNvPr id="3" name="Text Placeholder 2"/>
          <p:cNvSpPr>
            <a:spLocks noGrp="1"/>
          </p:cNvSpPr>
          <p:nvPr>
            <p:ph type="body" idx="1"/>
          </p:nvPr>
        </p:nvSpPr>
        <p:spPr>
          <a:xfrm>
            <a:off x="1687834" y="4566700"/>
            <a:ext cx="8229600" cy="816300"/>
          </a:xfrm>
        </p:spPr>
        <p:txBody>
          <a:bodyPr/>
          <a:lstStyle/>
          <a:p>
            <a:pPr algn="ctr"/>
            <a:endParaRPr sz="2000" dirty="0"/>
          </a:p>
          <a:p>
            <a:pPr marL="114300" indent="0" algn="ctr">
              <a:spcBef>
                <a:spcPts val="200"/>
              </a:spcBef>
              <a:buNone/>
            </a:pPr>
            <a:r>
              <a:rPr lang="en-NL" sz="2000" i="1">
                <a:solidFill>
                  <a:srgbClr val="0D47A1"/>
                </a:solidFill>
              </a:rPr>
              <a:t>▎ </a:t>
            </a:r>
            <a:r>
              <a:rPr sz="2000" i="1" dirty="0">
                <a:solidFill>
                  <a:srgbClr val="0D47A1"/>
                </a:solidFill>
              </a:rPr>
              <a:t>The rule: if any one persona loses, adoption collapses.</a:t>
            </a:r>
          </a:p>
        </p:txBody>
      </p:sp>
      <p:sp>
        <p:nvSpPr>
          <p:cNvPr id="6" name="Rounded Rectangle 5"/>
          <p:cNvSpPr/>
          <p:nvPr/>
        </p:nvSpPr>
        <p:spPr>
          <a:xfrm>
            <a:off x="1769114" y="2547687"/>
            <a:ext cx="2560320" cy="411480"/>
          </a:xfrm>
          <a:prstGeom prst="round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300" b="1">
                <a:solidFill>
                  <a:srgbClr val="FFFFFF"/>
                </a:solidFill>
              </a:rPr>
              <a:t>👩‍💻 End-user</a:t>
            </a:r>
          </a:p>
        </p:txBody>
      </p:sp>
      <p:sp>
        <p:nvSpPr>
          <p:cNvPr id="7" name="Rounded Rectangle 6"/>
          <p:cNvSpPr/>
          <p:nvPr/>
        </p:nvSpPr>
        <p:spPr>
          <a:xfrm>
            <a:off x="1769114" y="2964514"/>
            <a:ext cx="2560320" cy="1005840"/>
          </a:xfrm>
          <a:prstGeom prst="roundRect">
            <a:avLst/>
          </a:prstGeom>
          <a:solidFill>
            <a:srgbClr val="F1F3F4"/>
          </a:solidFill>
          <a:ln w="12700">
            <a:solidFill>
              <a:srgbClr val="1A73E8"/>
            </a:solid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100" b="0">
                <a:solidFill>
                  <a:srgbClr val="333333"/>
                </a:solidFill>
              </a:rPr>
              <a:t>"Give me a GPU fast,
keep my latency stable"</a:t>
            </a:r>
          </a:p>
        </p:txBody>
      </p:sp>
      <p:sp>
        <p:nvSpPr>
          <p:cNvPr id="8" name="Rounded Rectangle 7"/>
          <p:cNvSpPr/>
          <p:nvPr/>
        </p:nvSpPr>
        <p:spPr>
          <a:xfrm>
            <a:off x="4603754" y="2547687"/>
            <a:ext cx="2560320" cy="411480"/>
          </a:xfrm>
          <a:prstGeom prst="round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300" b="1">
                <a:solidFill>
                  <a:srgbClr val="FFFFFF"/>
                </a:solidFill>
              </a:rPr>
              <a:t>🔧 LLMOps</a:t>
            </a:r>
          </a:p>
        </p:txBody>
      </p:sp>
      <p:sp>
        <p:nvSpPr>
          <p:cNvPr id="9" name="Rounded Rectangle 8"/>
          <p:cNvSpPr/>
          <p:nvPr/>
        </p:nvSpPr>
        <p:spPr>
          <a:xfrm>
            <a:off x="4603754" y="2959167"/>
            <a:ext cx="2560320" cy="1005840"/>
          </a:xfrm>
          <a:prstGeom prst="roundRect">
            <a:avLst/>
          </a:prstGeom>
          <a:solidFill>
            <a:srgbClr val="F1F3F4"/>
          </a:solidFill>
          <a:ln w="12700">
            <a:solidFill>
              <a:srgbClr val="009688"/>
            </a:solid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100" b="0">
                <a:solidFill>
                  <a:srgbClr val="333333"/>
                </a:solidFill>
              </a:rPr>
              <a:t>"Repeatable </a:t>
            </a:r>
            <a:r>
              <a:rPr lang="en-US" sz="1100" b="0">
                <a:solidFill>
                  <a:srgbClr val="333333"/>
                </a:solidFill>
              </a:rPr>
              <a:t>across environments </a:t>
            </a:r>
            <a:r>
              <a:rPr sz="1100" b="0">
                <a:solidFill>
                  <a:srgbClr val="333333"/>
                </a:solidFill>
              </a:rPr>
              <a:t>deploys,
safe upgrades,
full observability"</a:t>
            </a:r>
          </a:p>
        </p:txBody>
      </p:sp>
      <p:sp>
        <p:nvSpPr>
          <p:cNvPr id="10" name="Rounded Rectangle 9"/>
          <p:cNvSpPr/>
          <p:nvPr/>
        </p:nvSpPr>
        <p:spPr>
          <a:xfrm>
            <a:off x="7438394" y="2547687"/>
            <a:ext cx="2560320" cy="411480"/>
          </a:xfrm>
          <a:prstGeom prst="roundRect">
            <a:avLst/>
          </a:prstGeom>
          <a:solidFill>
            <a:srgbClr val="7B1FA2"/>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300" b="1">
                <a:solidFill>
                  <a:srgbClr val="FFFFFF"/>
                </a:solidFill>
              </a:rPr>
              <a:t>🏢 Tenant Admin</a:t>
            </a:r>
          </a:p>
        </p:txBody>
      </p:sp>
      <p:sp>
        <p:nvSpPr>
          <p:cNvPr id="11" name="Rounded Rectangle 10"/>
          <p:cNvSpPr/>
          <p:nvPr/>
        </p:nvSpPr>
        <p:spPr>
          <a:xfrm>
            <a:off x="7438394" y="2959167"/>
            <a:ext cx="2560320" cy="1005840"/>
          </a:xfrm>
          <a:prstGeom prst="roundRect">
            <a:avLst/>
          </a:prstGeom>
          <a:solidFill>
            <a:srgbClr val="F1F3F4"/>
          </a:solidFill>
          <a:ln w="12700">
            <a:solidFill>
              <a:srgbClr val="7B1FA2"/>
            </a:solid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100" b="0">
                <a:solidFill>
                  <a:srgbClr val="333333"/>
                </a:solidFill>
              </a:rPr>
              <a:t>"Enforce my boundaries,
show me the bill"</a:t>
            </a:r>
          </a:p>
        </p:txBody>
      </p:sp>
      <p:pic>
        <p:nvPicPr>
          <p:cNvPr id="4" name="Image 2" descr="/mnt/data/assets/dell.png">
            <a:extLst>
              <a:ext uri="{FF2B5EF4-FFF2-40B4-BE49-F238E27FC236}">
                <a16:creationId xmlns:a16="http://schemas.microsoft.com/office/drawing/2014/main" id="{1CFB4982-EC60-D481-A29D-4C5498345A7A}"/>
              </a:ext>
            </a:extLst>
          </p:cNvPr>
          <p:cNvPicPr>
            <a:picLocks noChangeAspect="1"/>
          </p:cNvPicPr>
          <p:nvPr/>
        </p:nvPicPr>
        <p:blipFill>
          <a:blip r:embed="rId3"/>
          <a:stretch>
            <a:fillRect/>
          </a:stretch>
        </p:blipFill>
        <p:spPr>
          <a:xfrm>
            <a:off x="559602" y="6178550"/>
            <a:ext cx="650894" cy="377190"/>
          </a:xfrm>
          <a:prstGeom prst="rect">
            <a:avLst/>
          </a:prstGeom>
        </p:spPr>
      </p:pic>
      <p:pic>
        <p:nvPicPr>
          <p:cNvPr id="5" name="Picture 4">
            <a:extLst>
              <a:ext uri="{FF2B5EF4-FFF2-40B4-BE49-F238E27FC236}">
                <a16:creationId xmlns:a16="http://schemas.microsoft.com/office/drawing/2014/main" id="{E3ACAB0C-2CC5-060A-78AE-C8AAD573041D}"/>
              </a:ext>
            </a:extLst>
          </p:cNvPr>
          <p:cNvPicPr>
            <a:picLocks noChangeAspect="1"/>
          </p:cNvPicPr>
          <p:nvPr/>
        </p:nvPicPr>
        <p:blipFill>
          <a:blip r:embed="rId4"/>
          <a:srcRect t="28238" b="22983"/>
          <a:stretch>
            <a:fillRect/>
          </a:stretch>
        </p:blipFill>
        <p:spPr>
          <a:xfrm>
            <a:off x="559602" y="5827500"/>
            <a:ext cx="650894" cy="317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400" b="1" dirty="0">
                <a:solidFill>
                  <a:srgbClr val="FF0000"/>
                </a:solidFill>
              </a:rPr>
              <a:t>🔄 </a:t>
            </a:r>
            <a:r>
              <a:rPr sz="2400" b="1" dirty="0" err="1">
                <a:solidFill>
                  <a:srgbClr val="FF0000"/>
                </a:solidFill>
              </a:rPr>
              <a:t>GitOps</a:t>
            </a:r>
            <a:r>
              <a:rPr sz="2400" b="1" dirty="0">
                <a:solidFill>
                  <a:srgbClr val="FF0000"/>
                </a:solidFill>
              </a:rPr>
              <a:t>: </a:t>
            </a:r>
            <a:r>
              <a:rPr lang="en-US" sz="2400" b="1" dirty="0">
                <a:solidFill>
                  <a:srgbClr val="FF0000"/>
                </a:solidFill>
              </a:rPr>
              <a:t>E</a:t>
            </a:r>
            <a:r>
              <a:rPr sz="2400" b="1" dirty="0">
                <a:solidFill>
                  <a:srgbClr val="FF0000"/>
                </a:solidFill>
              </a:rPr>
              <a:t>verything is </a:t>
            </a:r>
            <a:r>
              <a:rPr lang="en-US" sz="2400" b="1" dirty="0">
                <a:solidFill>
                  <a:srgbClr val="FF0000"/>
                </a:solidFill>
              </a:rPr>
              <a:t>C</a:t>
            </a:r>
            <a:r>
              <a:rPr sz="2400" b="1" dirty="0">
                <a:solidFill>
                  <a:srgbClr val="FF0000"/>
                </a:solidFill>
              </a:rPr>
              <a:t>ode, </a:t>
            </a:r>
            <a:r>
              <a:rPr lang="en-US" sz="2400" b="1" dirty="0">
                <a:solidFill>
                  <a:srgbClr val="FF0000"/>
                </a:solidFill>
              </a:rPr>
              <a:t>A</a:t>
            </a:r>
            <a:r>
              <a:rPr sz="2400" b="1" dirty="0">
                <a:solidFill>
                  <a:srgbClr val="FF0000"/>
                </a:solidFill>
              </a:rPr>
              <a:t>uditable</a:t>
            </a:r>
          </a:p>
        </p:txBody>
      </p:sp>
      <p:sp>
        <p:nvSpPr>
          <p:cNvPr id="3" name="Text Placeholder 2"/>
          <p:cNvSpPr>
            <a:spLocks noGrp="1"/>
          </p:cNvSpPr>
          <p:nvPr>
            <p:ph type="body" idx="1"/>
          </p:nvPr>
        </p:nvSpPr>
        <p:spPr>
          <a:xfrm>
            <a:off x="2845355" y="2403566"/>
            <a:ext cx="6592730" cy="816300"/>
          </a:xfrm>
        </p:spPr>
        <p:txBody>
          <a:bodyPr/>
          <a:lstStyle/>
          <a:p>
            <a:endParaRPr sz="1400" dirty="0"/>
          </a:p>
          <a:p>
            <a:pPr marL="114300" indent="0">
              <a:spcBef>
                <a:spcPts val="200"/>
              </a:spcBef>
              <a:buNone/>
            </a:pPr>
            <a:r>
              <a:rPr sz="1400" b="1" i="0" dirty="0">
                <a:solidFill>
                  <a:srgbClr val="333333"/>
                </a:solidFill>
              </a:rPr>
              <a:t>Argo CD / OpenShift </a:t>
            </a:r>
            <a:r>
              <a:rPr sz="1400" b="1" i="0" dirty="0" err="1">
                <a:solidFill>
                  <a:srgbClr val="333333"/>
                </a:solidFill>
              </a:rPr>
              <a:t>GitOps</a:t>
            </a:r>
            <a:r>
              <a:rPr sz="1400" b="1" i="0" dirty="0">
                <a:solidFill>
                  <a:srgbClr val="333333"/>
                </a:solidFill>
              </a:rPr>
              <a:t> as the single source of truth</a:t>
            </a:r>
            <a:endParaRPr lang="en-US" sz="1400" b="1" i="0" dirty="0">
              <a:solidFill>
                <a:srgbClr val="333333"/>
              </a:solidFill>
            </a:endParaRPr>
          </a:p>
          <a:p>
            <a:pPr marL="114300" indent="0">
              <a:spcBef>
                <a:spcPts val="200"/>
              </a:spcBef>
              <a:buNone/>
            </a:pPr>
            <a:endParaRPr sz="1400" b="1" i="0" dirty="0">
              <a:solidFill>
                <a:srgbClr val="333333"/>
              </a:solidFill>
            </a:endParaRPr>
          </a:p>
          <a:p>
            <a:pPr marL="114300" indent="0">
              <a:spcBef>
                <a:spcPts val="100"/>
              </a:spcBef>
              <a:buNone/>
            </a:pPr>
            <a:r>
              <a:rPr sz="1400" b="0" i="0" dirty="0" err="1">
                <a:solidFill>
                  <a:srgbClr val="333333"/>
                </a:solidFill>
                <a:latin typeface="Courier New" panose="02070309020205020404" pitchFamily="49" charset="0"/>
                <a:cs typeface="Courier New" panose="02070309020205020404" pitchFamily="49" charset="0"/>
              </a:rPr>
              <a:t>gitops</a:t>
            </a:r>
            <a:r>
              <a:rPr sz="1400" b="0" i="0" dirty="0">
                <a:solidFill>
                  <a:srgbClr val="333333"/>
                </a:solidFill>
                <a:latin typeface="Courier New" panose="02070309020205020404" pitchFamily="49" charset="0"/>
                <a:cs typeface="Courier New" panose="02070309020205020404" pitchFamily="49" charset="0"/>
              </a:rPr>
              <a:t>/</a:t>
            </a:r>
          </a:p>
          <a:p>
            <a:pPr marL="114300" indent="0">
              <a:spcBef>
                <a:spcPts val="100"/>
              </a:spcBef>
              <a:buNone/>
            </a:pPr>
            <a:r>
              <a:rPr sz="1400" b="0" i="0" dirty="0">
                <a:solidFill>
                  <a:srgbClr val="333333"/>
                </a:solidFill>
                <a:latin typeface="Courier New" panose="02070309020205020404" pitchFamily="49" charset="0"/>
                <a:cs typeface="Courier New" panose="02070309020205020404" pitchFamily="49" charset="0"/>
              </a:rPr>
              <a:t>├── cluster-config/        # </a:t>
            </a:r>
            <a:r>
              <a:rPr sz="1400" b="0" i="0" dirty="0" err="1">
                <a:solidFill>
                  <a:srgbClr val="333333"/>
                </a:solidFill>
                <a:latin typeface="Courier New" panose="02070309020205020404" pitchFamily="49" charset="0"/>
                <a:cs typeface="Courier New" panose="02070309020205020404" pitchFamily="49" charset="0"/>
              </a:rPr>
              <a:t>Kustomize</a:t>
            </a:r>
            <a:r>
              <a:rPr sz="1400" b="0" i="0" dirty="0">
                <a:solidFill>
                  <a:srgbClr val="333333"/>
                </a:solidFill>
                <a:latin typeface="Courier New" panose="02070309020205020404" pitchFamily="49" charset="0"/>
                <a:cs typeface="Courier New" panose="02070309020205020404" pitchFamily="49" charset="0"/>
              </a:rPr>
              <a:t> base + overlays</a:t>
            </a:r>
          </a:p>
          <a:p>
            <a:pPr marL="114300" indent="0">
              <a:spcBef>
                <a:spcPts val="100"/>
              </a:spcBef>
              <a:buNone/>
            </a:pPr>
            <a:r>
              <a:rPr sz="1400" b="0" i="0" dirty="0">
                <a:solidFill>
                  <a:srgbClr val="333333"/>
                </a:solidFill>
                <a:latin typeface="Courier New" panose="02070309020205020404" pitchFamily="49" charset="0"/>
                <a:cs typeface="Courier New" panose="02070309020205020404" pitchFamily="49" charset="0"/>
              </a:rPr>
              <a:t>│   ├── base/operators/   </a:t>
            </a:r>
            <a:r>
              <a:rPr lang="en-US" sz="1400" b="0" i="0" dirty="0">
                <a:solidFill>
                  <a:srgbClr val="333333"/>
                </a:solidFill>
                <a:latin typeface="Courier New" panose="02070309020205020404" pitchFamily="49" charset="0"/>
                <a:cs typeface="Courier New" panose="02070309020205020404" pitchFamily="49" charset="0"/>
              </a:rPr>
              <a:t> </a:t>
            </a:r>
            <a:r>
              <a:rPr sz="1400" b="0" i="0" dirty="0">
                <a:solidFill>
                  <a:srgbClr val="333333"/>
                </a:solidFill>
                <a:latin typeface="Courier New" panose="02070309020205020404" pitchFamily="49" charset="0"/>
                <a:cs typeface="Courier New" panose="02070309020205020404" pitchFamily="49" charset="0"/>
              </a:rPr>
              <a:t># GPU Op, Network Op, SR-IOV</a:t>
            </a:r>
          </a:p>
          <a:p>
            <a:pPr marL="114300" indent="0">
              <a:spcBef>
                <a:spcPts val="100"/>
              </a:spcBef>
              <a:buNone/>
            </a:pPr>
            <a:r>
              <a:rPr sz="1400" b="0" i="0" dirty="0">
                <a:solidFill>
                  <a:srgbClr val="333333"/>
                </a:solidFill>
                <a:latin typeface="Courier New" panose="02070309020205020404" pitchFamily="49" charset="0"/>
                <a:cs typeface="Courier New" panose="02070309020205020404" pitchFamily="49" charset="0"/>
              </a:rPr>
              <a:t>│   ├── base/infra/        # </a:t>
            </a:r>
            <a:r>
              <a:rPr sz="1400" b="0" i="0" dirty="0" err="1">
                <a:solidFill>
                  <a:srgbClr val="333333"/>
                </a:solidFill>
                <a:latin typeface="Courier New" panose="02070309020205020404" pitchFamily="49" charset="0"/>
                <a:cs typeface="Courier New" panose="02070309020205020404" pitchFamily="49" charset="0"/>
              </a:rPr>
              <a:t>StorageClasses</a:t>
            </a:r>
            <a:r>
              <a:rPr sz="1400" b="0" i="0" dirty="0">
                <a:solidFill>
                  <a:srgbClr val="333333"/>
                </a:solidFill>
                <a:latin typeface="Courier New" panose="02070309020205020404" pitchFamily="49" charset="0"/>
                <a:cs typeface="Courier New" panose="02070309020205020404" pitchFamily="49" charset="0"/>
              </a:rPr>
              <a:t>, Network</a:t>
            </a:r>
          </a:p>
          <a:p>
            <a:pPr marL="114300" indent="0">
              <a:spcBef>
                <a:spcPts val="100"/>
              </a:spcBef>
              <a:buNone/>
            </a:pPr>
            <a:r>
              <a:rPr sz="1400" b="0" i="0" dirty="0">
                <a:solidFill>
                  <a:srgbClr val="333333"/>
                </a:solidFill>
                <a:latin typeface="Courier New" panose="02070309020205020404" pitchFamily="49" charset="0"/>
                <a:cs typeface="Courier New" panose="02070309020205020404" pitchFamily="49" charset="0"/>
              </a:rPr>
              <a:t>│   └── overlays/prod/    </a:t>
            </a:r>
            <a:r>
              <a:rPr lang="en-US" sz="1400" b="0" i="0" dirty="0">
                <a:solidFill>
                  <a:srgbClr val="333333"/>
                </a:solidFill>
                <a:latin typeface="Courier New" panose="02070309020205020404" pitchFamily="49" charset="0"/>
                <a:cs typeface="Courier New" panose="02070309020205020404" pitchFamily="49" charset="0"/>
              </a:rPr>
              <a:t> </a:t>
            </a:r>
            <a:r>
              <a:rPr sz="1400" b="0" i="0" dirty="0">
                <a:solidFill>
                  <a:srgbClr val="333333"/>
                </a:solidFill>
                <a:latin typeface="Courier New" panose="02070309020205020404" pitchFamily="49" charset="0"/>
                <a:cs typeface="Courier New" panose="02070309020205020404" pitchFamily="49" charset="0"/>
              </a:rPr>
              <a:t># Patches: quotas, OAuth</a:t>
            </a:r>
          </a:p>
          <a:p>
            <a:pPr marL="114300" indent="0">
              <a:spcBef>
                <a:spcPts val="100"/>
              </a:spcBef>
              <a:buNone/>
            </a:pPr>
            <a:r>
              <a:rPr sz="1400" b="0" i="0" dirty="0">
                <a:solidFill>
                  <a:srgbClr val="333333"/>
                </a:solidFill>
                <a:latin typeface="Courier New" panose="02070309020205020404" pitchFamily="49" charset="0"/>
                <a:cs typeface="Courier New" panose="02070309020205020404" pitchFamily="49" charset="0"/>
              </a:rPr>
              <a:t>├── applications/          # Helm apps (per-env values)</a:t>
            </a:r>
          </a:p>
          <a:p>
            <a:pPr marL="114300" indent="0">
              <a:spcBef>
                <a:spcPts val="100"/>
              </a:spcBef>
              <a:buNone/>
            </a:pPr>
            <a:r>
              <a:rPr sz="1400" b="0" i="0" dirty="0">
                <a:solidFill>
                  <a:srgbClr val="333333"/>
                </a:solidFill>
                <a:latin typeface="Courier New" panose="02070309020205020404" pitchFamily="49" charset="0"/>
                <a:cs typeface="Courier New" panose="02070309020205020404" pitchFamily="49" charset="0"/>
              </a:rPr>
              <a:t>└── </a:t>
            </a:r>
            <a:r>
              <a:rPr sz="1400" b="0" i="0" dirty="0" err="1">
                <a:solidFill>
                  <a:srgbClr val="333333"/>
                </a:solidFill>
                <a:latin typeface="Courier New" panose="02070309020205020404" pitchFamily="49" charset="0"/>
                <a:cs typeface="Courier New" panose="02070309020205020404" pitchFamily="49" charset="0"/>
              </a:rPr>
              <a:t>argocd</a:t>
            </a:r>
            <a:r>
              <a:rPr sz="1400" b="0" i="0" dirty="0">
                <a:solidFill>
                  <a:srgbClr val="333333"/>
                </a:solidFill>
                <a:latin typeface="Courier New" panose="02070309020205020404" pitchFamily="49" charset="0"/>
                <a:cs typeface="Courier New" panose="02070309020205020404" pitchFamily="49" charset="0"/>
              </a:rPr>
              <a:t>/                # Root apps + </a:t>
            </a:r>
            <a:r>
              <a:rPr sz="1400" b="0" i="0" dirty="0" err="1">
                <a:solidFill>
                  <a:srgbClr val="333333"/>
                </a:solidFill>
                <a:latin typeface="Courier New" panose="02070309020205020404" pitchFamily="49" charset="0"/>
                <a:cs typeface="Courier New" panose="02070309020205020404" pitchFamily="49" charset="0"/>
              </a:rPr>
              <a:t>ApplicationSets</a:t>
            </a:r>
            <a:endParaRPr sz="1400" b="0" i="0" dirty="0">
              <a:solidFill>
                <a:srgbClr val="333333"/>
              </a:solidFill>
              <a:latin typeface="Courier New" panose="02070309020205020404" pitchFamily="49" charset="0"/>
              <a:cs typeface="Courier New" panose="02070309020205020404" pitchFamily="49" charset="0"/>
            </a:endParaRPr>
          </a:p>
        </p:txBody>
      </p:sp>
      <p:sp>
        <p:nvSpPr>
          <p:cNvPr id="6" name="Rounded Rectangle 5"/>
          <p:cNvSpPr/>
          <p:nvPr/>
        </p:nvSpPr>
        <p:spPr>
          <a:xfrm>
            <a:off x="2255520" y="4454434"/>
            <a:ext cx="1645920" cy="411480"/>
          </a:xfrm>
          <a:prstGeom prst="round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b="1" dirty="0">
                <a:solidFill>
                  <a:srgbClr val="FFFFFF"/>
                </a:solidFill>
              </a:rPr>
              <a:t>Git Commit</a:t>
            </a:r>
          </a:p>
        </p:txBody>
      </p:sp>
      <p:sp>
        <p:nvSpPr>
          <p:cNvPr id="7" name="Right Arrow 6"/>
          <p:cNvSpPr/>
          <p:nvPr/>
        </p:nvSpPr>
        <p:spPr>
          <a:xfrm>
            <a:off x="3947160" y="4545874"/>
            <a:ext cx="320040" cy="228600"/>
          </a:xfrm>
          <a:prstGeom prst="rightArrow">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450080" y="4454434"/>
            <a:ext cx="1645920" cy="411480"/>
          </a:xfrm>
          <a:prstGeom prst="roundRect">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b="1" dirty="0">
                <a:solidFill>
                  <a:srgbClr val="FFFFFF"/>
                </a:solidFill>
              </a:rPr>
              <a:t>Pull Request</a:t>
            </a:r>
          </a:p>
        </p:txBody>
      </p:sp>
      <p:sp>
        <p:nvSpPr>
          <p:cNvPr id="9" name="Right Arrow 8"/>
          <p:cNvSpPr/>
          <p:nvPr/>
        </p:nvSpPr>
        <p:spPr>
          <a:xfrm>
            <a:off x="6141720" y="4545874"/>
            <a:ext cx="320040" cy="228600"/>
          </a:xfrm>
          <a:prstGeom prst="rightArrow">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644640" y="4454434"/>
            <a:ext cx="1645920" cy="411480"/>
          </a:xfrm>
          <a:prstGeom prst="round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b="1" dirty="0" err="1">
                <a:solidFill>
                  <a:srgbClr val="FFFFFF"/>
                </a:solidFill>
              </a:rPr>
              <a:t>ArgoCD</a:t>
            </a:r>
            <a:r>
              <a:rPr b="1" dirty="0">
                <a:solidFill>
                  <a:srgbClr val="FFFFFF"/>
                </a:solidFill>
              </a:rPr>
              <a:t> Sync</a:t>
            </a:r>
          </a:p>
        </p:txBody>
      </p:sp>
      <p:sp>
        <p:nvSpPr>
          <p:cNvPr id="11" name="Right Arrow 10"/>
          <p:cNvSpPr/>
          <p:nvPr/>
        </p:nvSpPr>
        <p:spPr>
          <a:xfrm>
            <a:off x="8336280" y="4545874"/>
            <a:ext cx="320040" cy="228600"/>
          </a:xfrm>
          <a:prstGeom prst="rightArrow">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8839200" y="4454434"/>
            <a:ext cx="1645920" cy="411480"/>
          </a:xfrm>
          <a:prstGeom prst="round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lang="en-US" b="1" dirty="0">
                <a:solidFill>
                  <a:srgbClr val="FFFFFF"/>
                </a:solidFill>
              </a:rPr>
              <a:t>Platform</a:t>
            </a:r>
            <a:endParaRPr b="1" dirty="0">
              <a:solidFill>
                <a:srgbClr val="FFFFFF"/>
              </a:solidFill>
            </a:endParaRPr>
          </a:p>
        </p:txBody>
      </p:sp>
      <p:pic>
        <p:nvPicPr>
          <p:cNvPr id="4" name="Image 2" descr="/mnt/data/assets/dell.png">
            <a:extLst>
              <a:ext uri="{FF2B5EF4-FFF2-40B4-BE49-F238E27FC236}">
                <a16:creationId xmlns:a16="http://schemas.microsoft.com/office/drawing/2014/main" id="{3A99E81A-28E4-38F6-83F5-F96DE7761259}"/>
              </a:ext>
            </a:extLst>
          </p:cNvPr>
          <p:cNvPicPr>
            <a:picLocks noChangeAspect="1"/>
          </p:cNvPicPr>
          <p:nvPr/>
        </p:nvPicPr>
        <p:blipFill>
          <a:blip r:embed="rId3"/>
          <a:stretch>
            <a:fillRect/>
          </a:stretch>
        </p:blipFill>
        <p:spPr>
          <a:xfrm>
            <a:off x="559602" y="6178550"/>
            <a:ext cx="650894" cy="377190"/>
          </a:xfrm>
          <a:prstGeom prst="rect">
            <a:avLst/>
          </a:prstGeom>
        </p:spPr>
      </p:pic>
      <p:pic>
        <p:nvPicPr>
          <p:cNvPr id="5" name="Picture 4">
            <a:extLst>
              <a:ext uri="{FF2B5EF4-FFF2-40B4-BE49-F238E27FC236}">
                <a16:creationId xmlns:a16="http://schemas.microsoft.com/office/drawing/2014/main" id="{5F4C97E6-472E-4A00-B372-3ABAFC9EDD24}"/>
              </a:ext>
            </a:extLst>
          </p:cNvPr>
          <p:cNvPicPr>
            <a:picLocks noChangeAspect="1"/>
          </p:cNvPicPr>
          <p:nvPr/>
        </p:nvPicPr>
        <p:blipFill>
          <a:blip r:embed="rId4"/>
          <a:srcRect t="28238" b="22983"/>
          <a:stretch>
            <a:fillRect/>
          </a:stretch>
        </p:blipFill>
        <p:spPr>
          <a:xfrm>
            <a:off x="559602" y="5827500"/>
            <a:ext cx="650894" cy="317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400" b="1" dirty="0">
                <a:solidFill>
                  <a:srgbClr val="FF0000"/>
                </a:solidFill>
              </a:rPr>
              <a:t>🚀 Bootstrap: bare metal to </a:t>
            </a:r>
            <a:r>
              <a:rPr sz="2400" b="1" dirty="0" err="1">
                <a:solidFill>
                  <a:srgbClr val="FF0000"/>
                </a:solidFill>
              </a:rPr>
              <a:t>GitOps</a:t>
            </a:r>
            <a:endParaRPr sz="2400" b="1" dirty="0">
              <a:solidFill>
                <a:srgbClr val="FF0000"/>
              </a:solidFill>
            </a:endParaRPr>
          </a:p>
        </p:txBody>
      </p:sp>
      <p:sp>
        <p:nvSpPr>
          <p:cNvPr id="3" name="Text Placeholder 2"/>
          <p:cNvSpPr>
            <a:spLocks noGrp="1"/>
          </p:cNvSpPr>
          <p:nvPr>
            <p:ph type="body" idx="1"/>
          </p:nvPr>
        </p:nvSpPr>
        <p:spPr>
          <a:xfrm>
            <a:off x="4251501" y="2684612"/>
            <a:ext cx="5148900" cy="816300"/>
          </a:xfrm>
        </p:spPr>
        <p:txBody>
          <a:bodyPr/>
          <a:lstStyle/>
          <a:p>
            <a:endParaRPr sz="1400" dirty="0"/>
          </a:p>
          <a:p>
            <a:pPr marL="114300" indent="0">
              <a:spcBef>
                <a:spcPts val="200"/>
              </a:spcBef>
              <a:buNone/>
            </a:pPr>
            <a:r>
              <a:rPr sz="1400" b="1" i="0" dirty="0">
                <a:solidFill>
                  <a:srgbClr val="333333"/>
                </a:solidFill>
              </a:rPr>
              <a:t>Ansible → initial handshake</a:t>
            </a:r>
          </a:p>
          <a:p>
            <a:pPr marL="114300" indent="0">
              <a:spcBef>
                <a:spcPts val="200"/>
              </a:spcBef>
              <a:buNone/>
            </a:pPr>
            <a:r>
              <a:rPr sz="1400" b="0" i="0" dirty="0"/>
              <a:t> </a:t>
            </a:r>
          </a:p>
          <a:p>
            <a:pPr marL="114300" indent="0">
              <a:spcBef>
                <a:spcPts val="200"/>
              </a:spcBef>
              <a:buNone/>
            </a:pPr>
            <a:endParaRPr lang="en-US" sz="1400" b="0" i="0" dirty="0"/>
          </a:p>
          <a:p>
            <a:pPr marL="114300" indent="0">
              <a:spcBef>
                <a:spcPts val="200"/>
              </a:spcBef>
              <a:buNone/>
            </a:pPr>
            <a:endParaRPr lang="en-US" sz="1400" dirty="0"/>
          </a:p>
          <a:p>
            <a:pPr marL="114300" indent="0">
              <a:spcBef>
                <a:spcPts val="200"/>
              </a:spcBef>
              <a:buNone/>
            </a:pPr>
            <a:endParaRPr lang="en-US" sz="1400" b="0" i="0" dirty="0"/>
          </a:p>
          <a:p>
            <a:pPr marL="114300" indent="0">
              <a:spcBef>
                <a:spcPts val="200"/>
              </a:spcBef>
              <a:buNone/>
            </a:pPr>
            <a:endParaRPr lang="en-US" sz="1400" dirty="0"/>
          </a:p>
          <a:p>
            <a:pPr marL="114300" indent="0">
              <a:spcBef>
                <a:spcPts val="200"/>
              </a:spcBef>
              <a:buNone/>
            </a:pPr>
            <a:endParaRPr lang="en-US" sz="1400" dirty="0"/>
          </a:p>
          <a:p>
            <a:pPr marL="114300" indent="0">
              <a:spcBef>
                <a:spcPts val="200"/>
              </a:spcBef>
              <a:buNone/>
            </a:pPr>
            <a:endParaRPr lang="en-US" sz="1400" b="0" i="0" dirty="0"/>
          </a:p>
          <a:p>
            <a:pPr marL="114300" indent="0">
              <a:spcBef>
                <a:spcPts val="200"/>
              </a:spcBef>
              <a:buNone/>
            </a:pPr>
            <a:endParaRPr lang="en-US" sz="1400" b="0" i="0" dirty="0"/>
          </a:p>
          <a:p>
            <a:pPr marL="114300" indent="0">
              <a:spcBef>
                <a:spcPts val="200"/>
              </a:spcBef>
              <a:buNone/>
            </a:pPr>
            <a:r>
              <a:rPr sz="1400" b="0" i="0" dirty="0"/>
              <a:t> </a:t>
            </a:r>
          </a:p>
          <a:p>
            <a:pPr marL="114300" indent="0">
              <a:spcBef>
                <a:spcPts val="800"/>
              </a:spcBef>
              <a:buNone/>
            </a:pPr>
            <a:r>
              <a:rPr sz="1400" b="1" i="0" dirty="0">
                <a:solidFill>
                  <a:srgbClr val="333333"/>
                </a:solidFill>
              </a:rPr>
              <a:t>Air-gap</a:t>
            </a:r>
            <a:r>
              <a:rPr lang="en-US" sz="1400" b="1" i="0" dirty="0">
                <a:solidFill>
                  <a:srgbClr val="333333"/>
                </a:solidFill>
              </a:rPr>
              <a:t>: B</a:t>
            </a:r>
            <a:r>
              <a:rPr sz="1400" b="1" i="0" dirty="0">
                <a:solidFill>
                  <a:srgbClr val="333333"/>
                </a:solidFill>
              </a:rPr>
              <a:t>ootstrap</a:t>
            </a:r>
            <a:r>
              <a:rPr lang="en-US" sz="1400" b="1" i="0" dirty="0">
                <a:solidFill>
                  <a:srgbClr val="333333"/>
                </a:solidFill>
              </a:rPr>
              <a:t> </a:t>
            </a:r>
            <a:r>
              <a:rPr lang="en-US" sz="1400" b="1" i="0" dirty="0" err="1">
                <a:solidFill>
                  <a:srgbClr val="333333"/>
                </a:solidFill>
              </a:rPr>
              <a:t>G</a:t>
            </a:r>
            <a:r>
              <a:rPr sz="1400" b="1" i="0" dirty="0" err="1">
                <a:solidFill>
                  <a:srgbClr val="333333"/>
                </a:solidFill>
              </a:rPr>
              <a:t>itops</a:t>
            </a:r>
            <a:r>
              <a:rPr lang="en-US" sz="1400" b="1" i="0" dirty="0">
                <a:solidFill>
                  <a:srgbClr val="333333"/>
                </a:solidFill>
              </a:rPr>
              <a:t> &amp; Q</a:t>
            </a:r>
            <a:r>
              <a:rPr sz="1400" b="1" i="0" dirty="0">
                <a:solidFill>
                  <a:srgbClr val="333333"/>
                </a:solidFill>
              </a:rPr>
              <a:t>uay</a:t>
            </a:r>
          </a:p>
          <a:p>
            <a:pPr>
              <a:spcBef>
                <a:spcPts val="300"/>
              </a:spcBef>
            </a:pPr>
            <a:r>
              <a:rPr sz="1400" b="0" i="0" dirty="0" err="1">
                <a:solidFill>
                  <a:srgbClr val="333333"/>
                </a:solidFill>
              </a:rPr>
              <a:t>ImageDigestMirrorSet</a:t>
            </a:r>
            <a:r>
              <a:rPr sz="1400" b="0" i="0" dirty="0">
                <a:solidFill>
                  <a:srgbClr val="333333"/>
                </a:solidFill>
              </a:rPr>
              <a:t> for mirrored registries</a:t>
            </a:r>
          </a:p>
          <a:p>
            <a:pPr>
              <a:spcBef>
                <a:spcPts val="300"/>
              </a:spcBef>
            </a:pPr>
            <a:r>
              <a:rPr sz="1400" b="0" i="0" dirty="0">
                <a:solidFill>
                  <a:srgbClr val="333333"/>
                </a:solidFill>
              </a:rPr>
              <a:t>Local </a:t>
            </a:r>
            <a:r>
              <a:rPr sz="1400" b="0" i="0" dirty="0" err="1">
                <a:solidFill>
                  <a:srgbClr val="333333"/>
                </a:solidFill>
              </a:rPr>
              <a:t>CatalogSources</a:t>
            </a:r>
            <a:r>
              <a:rPr sz="1400" b="0" i="0" dirty="0">
                <a:solidFill>
                  <a:srgbClr val="333333"/>
                </a:solidFill>
              </a:rPr>
              <a:t> (</a:t>
            </a:r>
            <a:r>
              <a:rPr sz="1400" b="0" i="0" dirty="0" err="1">
                <a:solidFill>
                  <a:srgbClr val="333333"/>
                </a:solidFill>
              </a:rPr>
              <a:t>redhat</a:t>
            </a:r>
            <a:r>
              <a:rPr sz="1400" b="0" i="0" dirty="0">
                <a:solidFill>
                  <a:srgbClr val="333333"/>
                </a:solidFill>
              </a:rPr>
              <a:t> + certified indexes)</a:t>
            </a:r>
          </a:p>
          <a:p>
            <a:pPr>
              <a:spcBef>
                <a:spcPts val="300"/>
              </a:spcBef>
            </a:pPr>
            <a:r>
              <a:rPr sz="1400" b="0" i="0" dirty="0">
                <a:solidFill>
                  <a:srgbClr val="333333"/>
                </a:solidFill>
              </a:rPr>
              <a:t>Quay CA trust + pull secrets</a:t>
            </a:r>
          </a:p>
        </p:txBody>
      </p:sp>
      <p:sp>
        <p:nvSpPr>
          <p:cNvPr id="6" name="Rounded Rectangle 5"/>
          <p:cNvSpPr/>
          <p:nvPr/>
        </p:nvSpPr>
        <p:spPr>
          <a:xfrm>
            <a:off x="2079277" y="2337140"/>
            <a:ext cx="306111" cy="320040"/>
          </a:xfrm>
          <a:prstGeom prst="round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400" b="1">
                <a:solidFill>
                  <a:srgbClr val="FFFFFF"/>
                </a:solidFill>
              </a:rPr>
              <a:t>1</a:t>
            </a:r>
          </a:p>
        </p:txBody>
      </p:sp>
      <p:sp>
        <p:nvSpPr>
          <p:cNvPr id="7" name="Rounded Rectangle 6"/>
          <p:cNvSpPr/>
          <p:nvPr/>
        </p:nvSpPr>
        <p:spPr>
          <a:xfrm>
            <a:off x="2079277" y="2684612"/>
            <a:ext cx="1749208" cy="502920"/>
          </a:xfrm>
          <a:prstGeom prst="roundRect">
            <a:avLst/>
          </a:prstGeom>
          <a:solidFill>
            <a:srgbClr val="F1F3F4"/>
          </a:solidFill>
          <a:ln w="12700">
            <a:solidFill>
              <a:srgbClr val="009688"/>
            </a:solid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100" b="0" dirty="0">
                <a:solidFill>
                  <a:srgbClr val="333333"/>
                </a:solidFill>
              </a:rPr>
              <a:t>Install </a:t>
            </a:r>
            <a:r>
              <a:rPr sz="1100" b="0" dirty="0" err="1">
                <a:solidFill>
                  <a:srgbClr val="333333"/>
                </a:solidFill>
              </a:rPr>
              <a:t>GitOps</a:t>
            </a:r>
            <a:r>
              <a:rPr sz="1100" b="0" dirty="0">
                <a:solidFill>
                  <a:srgbClr val="333333"/>
                </a:solidFill>
              </a:rPr>
              <a:t>
Operator (OLM)</a:t>
            </a:r>
          </a:p>
        </p:txBody>
      </p:sp>
      <p:sp>
        <p:nvSpPr>
          <p:cNvPr id="8" name="Right Arrow 7"/>
          <p:cNvSpPr/>
          <p:nvPr/>
        </p:nvSpPr>
        <p:spPr>
          <a:xfrm>
            <a:off x="3953797" y="2748620"/>
            <a:ext cx="218651" cy="182880"/>
          </a:xfrm>
          <a:prstGeom prst="rightArrow">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228117" y="2337140"/>
            <a:ext cx="306111" cy="320040"/>
          </a:xfrm>
          <a:prstGeom prst="round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400" b="1">
                <a:solidFill>
                  <a:srgbClr val="FFFFFF"/>
                </a:solidFill>
              </a:rPr>
              <a:t>2</a:t>
            </a:r>
          </a:p>
        </p:txBody>
      </p:sp>
      <p:sp>
        <p:nvSpPr>
          <p:cNvPr id="10" name="Rounded Rectangle 9"/>
          <p:cNvSpPr/>
          <p:nvPr/>
        </p:nvSpPr>
        <p:spPr>
          <a:xfrm>
            <a:off x="4228117" y="2684612"/>
            <a:ext cx="1749208" cy="502920"/>
          </a:xfrm>
          <a:prstGeom prst="roundRect">
            <a:avLst/>
          </a:prstGeom>
          <a:solidFill>
            <a:srgbClr val="F1F3F4"/>
          </a:solidFill>
          <a:ln w="12700">
            <a:solidFill>
              <a:srgbClr val="1A73E8"/>
            </a:solid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100" b="0" dirty="0">
                <a:solidFill>
                  <a:srgbClr val="333333"/>
                </a:solidFill>
              </a:rPr>
              <a:t>Register Git
repo in </a:t>
            </a:r>
            <a:r>
              <a:rPr sz="1100" b="0" dirty="0" err="1">
                <a:solidFill>
                  <a:srgbClr val="333333"/>
                </a:solidFill>
              </a:rPr>
              <a:t>ArgoCD</a:t>
            </a:r>
            <a:endParaRPr sz="1100" b="0" dirty="0">
              <a:solidFill>
                <a:srgbClr val="333333"/>
              </a:solidFill>
            </a:endParaRPr>
          </a:p>
        </p:txBody>
      </p:sp>
      <p:sp>
        <p:nvSpPr>
          <p:cNvPr id="11" name="Right Arrow 10"/>
          <p:cNvSpPr/>
          <p:nvPr/>
        </p:nvSpPr>
        <p:spPr>
          <a:xfrm>
            <a:off x="6102637" y="2748620"/>
            <a:ext cx="218651" cy="182880"/>
          </a:xfrm>
          <a:prstGeom prst="rightArrow">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376957" y="2337140"/>
            <a:ext cx="306111" cy="320040"/>
          </a:xfrm>
          <a:prstGeom prst="roundRect">
            <a:avLst/>
          </a:prstGeom>
          <a:solidFill>
            <a:srgbClr val="7B1FA2"/>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400" b="1">
                <a:solidFill>
                  <a:srgbClr val="FFFFFF"/>
                </a:solidFill>
              </a:rPr>
              <a:t>3</a:t>
            </a:r>
          </a:p>
        </p:txBody>
      </p:sp>
      <p:sp>
        <p:nvSpPr>
          <p:cNvPr id="13" name="Rounded Rectangle 12"/>
          <p:cNvSpPr/>
          <p:nvPr/>
        </p:nvSpPr>
        <p:spPr>
          <a:xfrm>
            <a:off x="6376957" y="2684612"/>
            <a:ext cx="1749208" cy="502920"/>
          </a:xfrm>
          <a:prstGeom prst="roundRect">
            <a:avLst/>
          </a:prstGeom>
          <a:solidFill>
            <a:srgbClr val="F1F3F4"/>
          </a:solidFill>
          <a:ln w="12700">
            <a:solidFill>
              <a:srgbClr val="7B1FA2"/>
            </a:solid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050" b="0" dirty="0">
                <a:solidFill>
                  <a:srgbClr val="333333"/>
                </a:solidFill>
              </a:rPr>
              <a:t>Apply root App
+ </a:t>
            </a:r>
            <a:r>
              <a:rPr sz="1050" b="0" dirty="0" err="1">
                <a:solidFill>
                  <a:srgbClr val="333333"/>
                </a:solidFill>
              </a:rPr>
              <a:t>AppSets</a:t>
            </a:r>
            <a:endParaRPr sz="1050" b="0" dirty="0">
              <a:solidFill>
                <a:srgbClr val="333333"/>
              </a:solidFill>
            </a:endParaRPr>
          </a:p>
        </p:txBody>
      </p:sp>
      <p:sp>
        <p:nvSpPr>
          <p:cNvPr id="14" name="Right Arrow 13"/>
          <p:cNvSpPr/>
          <p:nvPr/>
        </p:nvSpPr>
        <p:spPr>
          <a:xfrm>
            <a:off x="8251477" y="2748620"/>
            <a:ext cx="218651" cy="182880"/>
          </a:xfrm>
          <a:prstGeom prst="rightArrow">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8525797" y="2337140"/>
            <a:ext cx="306111" cy="320040"/>
          </a:xfrm>
          <a:prstGeom prst="round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400" b="1">
                <a:solidFill>
                  <a:srgbClr val="FFFFFF"/>
                </a:solidFill>
              </a:rPr>
              <a:t>4</a:t>
            </a:r>
          </a:p>
        </p:txBody>
      </p:sp>
      <p:sp>
        <p:nvSpPr>
          <p:cNvPr id="16" name="Rounded Rectangle 15"/>
          <p:cNvSpPr/>
          <p:nvPr/>
        </p:nvSpPr>
        <p:spPr>
          <a:xfrm>
            <a:off x="8525797" y="2684612"/>
            <a:ext cx="1749208" cy="502920"/>
          </a:xfrm>
          <a:prstGeom prst="roundRect">
            <a:avLst/>
          </a:prstGeom>
          <a:solidFill>
            <a:srgbClr val="F1F3F4"/>
          </a:solidFill>
          <a:ln w="12700">
            <a:solidFill>
              <a:srgbClr val="34A853"/>
            </a:solid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100" b="0" dirty="0" err="1">
                <a:solidFill>
                  <a:srgbClr val="333333"/>
                </a:solidFill>
              </a:rPr>
              <a:t>ArgoCD</a:t>
            </a:r>
            <a:r>
              <a:rPr sz="1100" b="0" dirty="0">
                <a:solidFill>
                  <a:srgbClr val="333333"/>
                </a:solidFill>
              </a:rPr>
              <a:t> takes
over (day-2)</a:t>
            </a:r>
          </a:p>
        </p:txBody>
      </p:sp>
      <p:pic>
        <p:nvPicPr>
          <p:cNvPr id="4" name="Image 2" descr="/mnt/data/assets/dell.png">
            <a:extLst>
              <a:ext uri="{FF2B5EF4-FFF2-40B4-BE49-F238E27FC236}">
                <a16:creationId xmlns:a16="http://schemas.microsoft.com/office/drawing/2014/main" id="{0B1D2ADA-5DC7-D05F-F9E3-8E3D26759930}"/>
              </a:ext>
            </a:extLst>
          </p:cNvPr>
          <p:cNvPicPr>
            <a:picLocks noChangeAspect="1"/>
          </p:cNvPicPr>
          <p:nvPr/>
        </p:nvPicPr>
        <p:blipFill>
          <a:blip r:embed="rId3"/>
          <a:stretch>
            <a:fillRect/>
          </a:stretch>
        </p:blipFill>
        <p:spPr>
          <a:xfrm>
            <a:off x="559602" y="6178550"/>
            <a:ext cx="650894" cy="377190"/>
          </a:xfrm>
          <a:prstGeom prst="rect">
            <a:avLst/>
          </a:prstGeom>
        </p:spPr>
      </p:pic>
      <p:pic>
        <p:nvPicPr>
          <p:cNvPr id="5" name="Picture 4">
            <a:extLst>
              <a:ext uri="{FF2B5EF4-FFF2-40B4-BE49-F238E27FC236}">
                <a16:creationId xmlns:a16="http://schemas.microsoft.com/office/drawing/2014/main" id="{AF01BD03-2CC5-12B4-8748-3049C7681772}"/>
              </a:ext>
            </a:extLst>
          </p:cNvPr>
          <p:cNvPicPr>
            <a:picLocks noChangeAspect="1"/>
          </p:cNvPicPr>
          <p:nvPr/>
        </p:nvPicPr>
        <p:blipFill>
          <a:blip r:embed="rId4"/>
          <a:srcRect t="28238" b="22983"/>
          <a:stretch>
            <a:fillRect/>
          </a:stretch>
        </p:blipFill>
        <p:spPr>
          <a:xfrm>
            <a:off x="559602" y="5827500"/>
            <a:ext cx="650894" cy="3175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200" b="1" dirty="0">
                <a:solidFill>
                  <a:srgbClr val="FF0000"/>
                </a:solidFill>
              </a:rPr>
              <a:t>🌐 Multi-tenant networking: </a:t>
            </a:r>
            <a:r>
              <a:rPr sz="2200" b="1" dirty="0" err="1">
                <a:solidFill>
                  <a:srgbClr val="FF0000"/>
                </a:solidFill>
              </a:rPr>
              <a:t>HAProxy</a:t>
            </a:r>
            <a:r>
              <a:rPr sz="2200" b="1" dirty="0">
                <a:solidFill>
                  <a:srgbClr val="FF0000"/>
                </a:solidFill>
              </a:rPr>
              <a:t> + </a:t>
            </a:r>
            <a:r>
              <a:rPr sz="2200" b="1" dirty="0" err="1">
                <a:solidFill>
                  <a:srgbClr val="FF0000"/>
                </a:solidFill>
              </a:rPr>
              <a:t>Keepalived</a:t>
            </a:r>
            <a:endParaRPr sz="2200" b="1" dirty="0">
              <a:solidFill>
                <a:srgbClr val="FF0000"/>
              </a:solidFill>
            </a:endParaRPr>
          </a:p>
        </p:txBody>
      </p:sp>
      <p:sp>
        <p:nvSpPr>
          <p:cNvPr id="3" name="Text Placeholder 2"/>
          <p:cNvSpPr>
            <a:spLocks noGrp="1"/>
          </p:cNvSpPr>
          <p:nvPr>
            <p:ph type="body" idx="1"/>
          </p:nvPr>
        </p:nvSpPr>
        <p:spPr>
          <a:xfrm>
            <a:off x="2005942" y="1678860"/>
            <a:ext cx="8520600" cy="3317400"/>
          </a:xfrm>
        </p:spPr>
        <p:txBody>
          <a:bodyPr/>
          <a:lstStyle/>
          <a:p>
            <a:pPr>
              <a:spcBef>
                <a:spcPts val="200"/>
              </a:spcBef>
            </a:pPr>
            <a:endParaRPr lang="en-US" sz="2000" b="0" i="0" dirty="0"/>
          </a:p>
          <a:p>
            <a:pPr>
              <a:spcBef>
                <a:spcPts val="200"/>
              </a:spcBef>
            </a:pPr>
            <a:endParaRPr lang="en-US" sz="2000" dirty="0"/>
          </a:p>
          <a:p>
            <a:pPr>
              <a:spcBef>
                <a:spcPts val="200"/>
              </a:spcBef>
            </a:pPr>
            <a:endParaRPr lang="en-US" sz="2000" b="0" i="0" dirty="0"/>
          </a:p>
          <a:p>
            <a:pPr>
              <a:spcBef>
                <a:spcPts val="200"/>
              </a:spcBef>
            </a:pPr>
            <a:endParaRPr lang="en-US" sz="2000" dirty="0"/>
          </a:p>
          <a:p>
            <a:pPr>
              <a:spcBef>
                <a:spcPts val="200"/>
              </a:spcBef>
            </a:pPr>
            <a:endParaRPr lang="en-US" sz="2000" b="0" i="0" dirty="0"/>
          </a:p>
          <a:p>
            <a:pPr>
              <a:spcBef>
                <a:spcPts val="200"/>
              </a:spcBef>
            </a:pPr>
            <a:endParaRPr lang="en-US" sz="2000" b="0" i="0" dirty="0"/>
          </a:p>
          <a:p>
            <a:pPr marL="114300" indent="0">
              <a:spcBef>
                <a:spcPts val="200"/>
              </a:spcBef>
              <a:buNone/>
            </a:pPr>
            <a:endParaRPr lang="en-US" sz="2000" dirty="0"/>
          </a:p>
          <a:p>
            <a:pPr marL="114300" indent="0">
              <a:spcBef>
                <a:spcPts val="200"/>
              </a:spcBef>
              <a:buNone/>
            </a:pPr>
            <a:endParaRPr sz="2000" b="0" i="0" dirty="0"/>
          </a:p>
          <a:p>
            <a:pPr marL="114300" indent="0">
              <a:spcBef>
                <a:spcPts val="600"/>
              </a:spcBef>
              <a:buNone/>
            </a:pPr>
            <a:r>
              <a:rPr lang="en-US" sz="2000" b="0" i="0" dirty="0">
                <a:solidFill>
                  <a:srgbClr val="333333"/>
                </a:solidFill>
              </a:rPr>
              <a:t>SR‑IOV virtual functions for NIC isolation (per‑tenant network QoS)</a:t>
            </a:r>
          </a:p>
          <a:p>
            <a:pPr marL="114300" indent="0">
              <a:spcBef>
                <a:spcPts val="600"/>
              </a:spcBef>
              <a:buNone/>
            </a:pPr>
            <a:r>
              <a:rPr sz="2000" b="0" i="0" dirty="0">
                <a:solidFill>
                  <a:srgbClr val="333333"/>
                </a:solidFill>
              </a:rPr>
              <a:t>Per-tenant logging via </a:t>
            </a:r>
            <a:r>
              <a:rPr sz="2000" b="0" i="0" dirty="0" err="1">
                <a:solidFill>
                  <a:srgbClr val="333333"/>
                </a:solidFill>
              </a:rPr>
              <a:t>rsyslog</a:t>
            </a:r>
            <a:r>
              <a:rPr sz="2000" b="0" i="0" dirty="0">
                <a:solidFill>
                  <a:srgbClr val="333333"/>
                </a:solidFill>
              </a:rPr>
              <a:t> → /var/log/</a:t>
            </a:r>
            <a:r>
              <a:rPr sz="2000" b="0" i="0" dirty="0" err="1">
                <a:solidFill>
                  <a:srgbClr val="333333"/>
                </a:solidFill>
              </a:rPr>
              <a:t>haproxy</a:t>
            </a:r>
            <a:r>
              <a:rPr sz="2000" b="0" i="0" dirty="0">
                <a:solidFill>
                  <a:srgbClr val="333333"/>
                </a:solidFill>
              </a:rPr>
              <a:t>-&lt;tenant&gt;.log</a:t>
            </a:r>
          </a:p>
          <a:p>
            <a:pPr marL="114300" indent="0">
              <a:spcBef>
                <a:spcPts val="600"/>
              </a:spcBef>
              <a:buNone/>
            </a:pPr>
            <a:r>
              <a:rPr sz="2000" i="1" dirty="0">
                <a:solidFill>
                  <a:srgbClr val="0D47A1"/>
                </a:solidFill>
              </a:rPr>
              <a:t>▎ All templated with Jinja2 — add a tenant = add a </a:t>
            </a:r>
            <a:r>
              <a:rPr sz="2000" i="1" dirty="0" err="1">
                <a:solidFill>
                  <a:srgbClr val="0D47A1"/>
                </a:solidFill>
              </a:rPr>
              <a:t>dict</a:t>
            </a:r>
            <a:r>
              <a:rPr sz="2000" i="1" dirty="0">
                <a:solidFill>
                  <a:srgbClr val="0D47A1"/>
                </a:solidFill>
              </a:rPr>
              <a:t> entry.</a:t>
            </a:r>
          </a:p>
        </p:txBody>
      </p:sp>
      <p:sp>
        <p:nvSpPr>
          <p:cNvPr id="6" name="Rounded Rectangle 5"/>
          <p:cNvSpPr/>
          <p:nvPr/>
        </p:nvSpPr>
        <p:spPr>
          <a:xfrm>
            <a:off x="2334322" y="2240280"/>
            <a:ext cx="1554480" cy="1188720"/>
          </a:xfrm>
          <a:prstGeom prst="round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100" b="1" dirty="0" err="1">
                <a:solidFill>
                  <a:srgbClr val="FFFFFF"/>
                </a:solidFill>
              </a:rPr>
              <a:t>Keepalived</a:t>
            </a:r>
            <a:r>
              <a:rPr sz="1100" b="1" dirty="0">
                <a:solidFill>
                  <a:srgbClr val="FFFFFF"/>
                </a:solidFill>
              </a:rPr>
              <a:t>
VRRP
MASTER/BACKUP</a:t>
            </a:r>
          </a:p>
        </p:txBody>
      </p:sp>
      <p:sp>
        <p:nvSpPr>
          <p:cNvPr id="7" name="Right Arrow 6"/>
          <p:cNvSpPr/>
          <p:nvPr/>
        </p:nvSpPr>
        <p:spPr>
          <a:xfrm>
            <a:off x="3934521" y="2651760"/>
            <a:ext cx="274320" cy="228600"/>
          </a:xfrm>
          <a:prstGeom prst="rightArrow">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254562" y="2240280"/>
            <a:ext cx="1828800" cy="1188720"/>
          </a:xfrm>
          <a:prstGeom prst="round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100" b="1" dirty="0" err="1">
                <a:solidFill>
                  <a:srgbClr val="FFFFFF"/>
                </a:solidFill>
              </a:rPr>
              <a:t>HAProxy</a:t>
            </a:r>
            <a:r>
              <a:rPr sz="1100" b="1" dirty="0">
                <a:solidFill>
                  <a:srgbClr val="FFFFFF"/>
                </a:solidFill>
              </a:rPr>
              <a:t>
</a:t>
            </a:r>
            <a:r>
              <a:rPr sz="1100" b="1" dirty="0" err="1">
                <a:solidFill>
                  <a:srgbClr val="FFFFFF"/>
                </a:solidFill>
              </a:rPr>
              <a:t>vip_apps</a:t>
            </a:r>
            <a:r>
              <a:rPr sz="1100" b="1" dirty="0">
                <a:solidFill>
                  <a:srgbClr val="FFFFFF"/>
                </a:solidFill>
              </a:rPr>
              <a:t>
</a:t>
            </a:r>
            <a:r>
              <a:rPr sz="1100" b="1" dirty="0" err="1">
                <a:solidFill>
                  <a:srgbClr val="FFFFFF"/>
                </a:solidFill>
              </a:rPr>
              <a:t>vip_apps</a:t>
            </a:r>
            <a:endParaRPr sz="1100" b="1" dirty="0">
              <a:solidFill>
                <a:srgbClr val="FFFFFF"/>
              </a:solidFill>
            </a:endParaRPr>
          </a:p>
        </p:txBody>
      </p:sp>
      <p:sp>
        <p:nvSpPr>
          <p:cNvPr id="9" name="Right Arrow 8"/>
          <p:cNvSpPr/>
          <p:nvPr/>
        </p:nvSpPr>
        <p:spPr>
          <a:xfrm>
            <a:off x="6129082" y="2651760"/>
            <a:ext cx="274320" cy="228600"/>
          </a:xfrm>
          <a:prstGeom prst="rightArrow">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449122" y="2240280"/>
            <a:ext cx="1554480" cy="502920"/>
          </a:xfrm>
          <a:prstGeom prst="round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100" b="1" dirty="0">
                <a:solidFill>
                  <a:srgbClr val="FFFFFF"/>
                </a:solidFill>
              </a:rPr>
              <a:t>Tenant A </a:t>
            </a:r>
            <a:r>
              <a:rPr sz="1100" b="1" dirty="0" err="1">
                <a:solidFill>
                  <a:srgbClr val="FFFFFF"/>
                </a:solidFill>
              </a:rPr>
              <a:t>NodePort</a:t>
            </a:r>
            <a:endParaRPr sz="1100" b="1" dirty="0">
              <a:solidFill>
                <a:srgbClr val="FFFFFF"/>
              </a:solidFill>
            </a:endParaRPr>
          </a:p>
        </p:txBody>
      </p:sp>
      <p:sp>
        <p:nvSpPr>
          <p:cNvPr id="11" name="Rounded Rectangle 10"/>
          <p:cNvSpPr/>
          <p:nvPr/>
        </p:nvSpPr>
        <p:spPr>
          <a:xfrm>
            <a:off x="6449122" y="2834640"/>
            <a:ext cx="1554480" cy="502920"/>
          </a:xfrm>
          <a:prstGeom prst="roundRect">
            <a:avLst/>
          </a:prstGeom>
          <a:solidFill>
            <a:srgbClr val="7B1FA2"/>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100" b="1" dirty="0">
                <a:solidFill>
                  <a:srgbClr val="FFFFFF"/>
                </a:solidFill>
              </a:rPr>
              <a:t>Tenant B </a:t>
            </a:r>
            <a:r>
              <a:rPr sz="1100" b="1" dirty="0" err="1">
                <a:solidFill>
                  <a:srgbClr val="FFFFFF"/>
                </a:solidFill>
              </a:rPr>
              <a:t>NodePort</a:t>
            </a:r>
            <a:endParaRPr sz="1100" b="1" dirty="0">
              <a:solidFill>
                <a:srgbClr val="FFFFFF"/>
              </a:solidFill>
            </a:endParaRPr>
          </a:p>
        </p:txBody>
      </p:sp>
      <p:sp>
        <p:nvSpPr>
          <p:cNvPr id="12" name="Right Arrow 11"/>
          <p:cNvSpPr/>
          <p:nvPr/>
        </p:nvSpPr>
        <p:spPr>
          <a:xfrm>
            <a:off x="8049322" y="2377440"/>
            <a:ext cx="274320" cy="228600"/>
          </a:xfrm>
          <a:prstGeom prst="rightArrow">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ight Arrow 12"/>
          <p:cNvSpPr/>
          <p:nvPr/>
        </p:nvSpPr>
        <p:spPr>
          <a:xfrm>
            <a:off x="8049322" y="2926080"/>
            <a:ext cx="274320" cy="228600"/>
          </a:xfrm>
          <a:prstGeom prst="rightArrow">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8369362" y="2240280"/>
            <a:ext cx="1463040" cy="1188720"/>
          </a:xfrm>
          <a:prstGeom prst="roundRect">
            <a:avLst/>
          </a:prstGeom>
          <a:solidFill>
            <a:srgbClr val="F57C00"/>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lang="en-US" sz="1100" b="1" dirty="0">
                <a:solidFill>
                  <a:srgbClr val="FFFFFF"/>
                </a:solidFill>
              </a:rPr>
              <a:t>OpenShift Ingress</a:t>
            </a:r>
            <a:endParaRPr sz="1100" b="1" dirty="0">
              <a:solidFill>
                <a:srgbClr val="FFFFFF"/>
              </a:solidFill>
            </a:endParaRPr>
          </a:p>
        </p:txBody>
      </p:sp>
      <p:pic>
        <p:nvPicPr>
          <p:cNvPr id="4" name="Image 2" descr="/mnt/data/assets/dell.png">
            <a:extLst>
              <a:ext uri="{FF2B5EF4-FFF2-40B4-BE49-F238E27FC236}">
                <a16:creationId xmlns:a16="http://schemas.microsoft.com/office/drawing/2014/main" id="{F4F3CB95-63DD-6CB8-EDDA-4D0F69636E4F}"/>
              </a:ext>
            </a:extLst>
          </p:cNvPr>
          <p:cNvPicPr>
            <a:picLocks noChangeAspect="1"/>
          </p:cNvPicPr>
          <p:nvPr/>
        </p:nvPicPr>
        <p:blipFill>
          <a:blip r:embed="rId3"/>
          <a:stretch>
            <a:fillRect/>
          </a:stretch>
        </p:blipFill>
        <p:spPr>
          <a:xfrm>
            <a:off x="559602" y="6178550"/>
            <a:ext cx="650894" cy="377190"/>
          </a:xfrm>
          <a:prstGeom prst="rect">
            <a:avLst/>
          </a:prstGeom>
        </p:spPr>
      </p:pic>
      <p:pic>
        <p:nvPicPr>
          <p:cNvPr id="5" name="Picture 4">
            <a:extLst>
              <a:ext uri="{FF2B5EF4-FFF2-40B4-BE49-F238E27FC236}">
                <a16:creationId xmlns:a16="http://schemas.microsoft.com/office/drawing/2014/main" id="{8E5BA779-E5A8-DE2C-4C55-C056D63CCA27}"/>
              </a:ext>
            </a:extLst>
          </p:cNvPr>
          <p:cNvPicPr>
            <a:picLocks noChangeAspect="1"/>
          </p:cNvPicPr>
          <p:nvPr/>
        </p:nvPicPr>
        <p:blipFill>
          <a:blip r:embed="rId4"/>
          <a:srcRect t="28238" b="22983"/>
          <a:stretch>
            <a:fillRect/>
          </a:stretch>
        </p:blipFill>
        <p:spPr>
          <a:xfrm>
            <a:off x="559602" y="5827500"/>
            <a:ext cx="650894" cy="3175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400" b="1" dirty="0">
                <a:solidFill>
                  <a:srgbClr val="FF0000"/>
                </a:solidFill>
              </a:rPr>
              <a:t>🛡️ Safety: reduce blast radius by design</a:t>
            </a:r>
          </a:p>
        </p:txBody>
      </p:sp>
      <p:sp>
        <p:nvSpPr>
          <p:cNvPr id="3" name="Text Placeholder 2"/>
          <p:cNvSpPr>
            <a:spLocks noGrp="1"/>
          </p:cNvSpPr>
          <p:nvPr>
            <p:ph type="body" idx="1"/>
          </p:nvPr>
        </p:nvSpPr>
        <p:spPr>
          <a:xfrm>
            <a:off x="2282802" y="2297240"/>
            <a:ext cx="9024248" cy="816300"/>
          </a:xfrm>
        </p:spPr>
        <p:txBody>
          <a:bodyPr/>
          <a:lstStyle/>
          <a:p>
            <a:pPr marL="114300" indent="0">
              <a:spcBef>
                <a:spcPts val="200"/>
              </a:spcBef>
              <a:buNone/>
            </a:pPr>
            <a:r>
              <a:rPr sz="1600" b="1" i="0" dirty="0">
                <a:solidFill>
                  <a:srgbClr val="34A853"/>
                </a:solidFill>
              </a:rPr>
              <a:t>Namespace isolation as the hard boundary:</a:t>
            </a:r>
          </a:p>
          <a:p>
            <a:pPr>
              <a:spcBef>
                <a:spcPts val="300"/>
              </a:spcBef>
            </a:pPr>
            <a:r>
              <a:rPr sz="1600" b="0" i="0" dirty="0">
                <a:solidFill>
                  <a:srgbClr val="333333"/>
                </a:solidFill>
              </a:rPr>
              <a:t>Scoped </a:t>
            </a:r>
            <a:r>
              <a:rPr sz="1600" b="0" i="0" dirty="0" err="1">
                <a:solidFill>
                  <a:srgbClr val="333333"/>
                </a:solidFill>
              </a:rPr>
              <a:t>ServiceAccounts</a:t>
            </a:r>
            <a:r>
              <a:rPr sz="1600" b="0" i="0" dirty="0">
                <a:solidFill>
                  <a:srgbClr val="333333"/>
                </a:solidFill>
              </a:rPr>
              <a:t> — no cross-namespace verbs</a:t>
            </a:r>
          </a:p>
          <a:p>
            <a:pPr>
              <a:spcBef>
                <a:spcPts val="300"/>
              </a:spcBef>
            </a:pPr>
            <a:r>
              <a:rPr sz="1600" b="0" i="0" dirty="0">
                <a:solidFill>
                  <a:srgbClr val="333333"/>
                </a:solidFill>
              </a:rPr>
              <a:t>RBAC least-privilege from day one</a:t>
            </a:r>
          </a:p>
          <a:p>
            <a:pPr>
              <a:spcBef>
                <a:spcPts val="300"/>
              </a:spcBef>
            </a:pPr>
            <a:r>
              <a:rPr sz="1600" b="0" i="0" dirty="0" err="1">
                <a:solidFill>
                  <a:srgbClr val="333333"/>
                </a:solidFill>
              </a:rPr>
              <a:t>NetworkPolicy</a:t>
            </a:r>
            <a:r>
              <a:rPr sz="1600" b="0" i="0" dirty="0">
                <a:solidFill>
                  <a:srgbClr val="333333"/>
                </a:solidFill>
              </a:rPr>
              <a:t>: deny-by-default between tenants</a:t>
            </a:r>
            <a:endParaRPr lang="en-US" sz="1600" b="0" i="0" dirty="0">
              <a:solidFill>
                <a:srgbClr val="333333"/>
              </a:solidFill>
            </a:endParaRPr>
          </a:p>
          <a:p>
            <a:pPr>
              <a:spcBef>
                <a:spcPts val="300"/>
              </a:spcBef>
            </a:pPr>
            <a:r>
              <a:rPr lang="en-US" sz="1600" dirty="0">
                <a:solidFill>
                  <a:srgbClr val="333333"/>
                </a:solidFill>
              </a:rPr>
              <a:t>Pod Security / SCC guardrails; no privileged pods on shared nodes</a:t>
            </a:r>
          </a:p>
          <a:p>
            <a:pPr marL="114300" indent="0">
              <a:spcBef>
                <a:spcPts val="200"/>
              </a:spcBef>
              <a:buNone/>
            </a:pPr>
            <a:r>
              <a:rPr sz="1600" b="1" i="0" dirty="0">
                <a:solidFill>
                  <a:srgbClr val="34A853"/>
                </a:solidFill>
              </a:rPr>
              <a:t>Resource guardrails in </a:t>
            </a:r>
            <a:r>
              <a:rPr sz="1600" b="1" i="0" dirty="0" err="1">
                <a:solidFill>
                  <a:srgbClr val="34A853"/>
                </a:solidFill>
              </a:rPr>
              <a:t>Kustomize</a:t>
            </a:r>
            <a:r>
              <a:rPr sz="1600" b="1" i="0" dirty="0">
                <a:solidFill>
                  <a:srgbClr val="34A853"/>
                </a:solidFill>
              </a:rPr>
              <a:t> overlays:</a:t>
            </a:r>
          </a:p>
          <a:p>
            <a:pPr>
              <a:spcBef>
                <a:spcPts val="300"/>
              </a:spcBef>
            </a:pPr>
            <a:r>
              <a:rPr sz="1600" b="0" i="0" dirty="0" err="1">
                <a:solidFill>
                  <a:srgbClr val="333333"/>
                </a:solidFill>
              </a:rPr>
              <a:t>ResourceQuota</a:t>
            </a:r>
            <a:r>
              <a:rPr sz="1600" b="0" i="0" dirty="0">
                <a:solidFill>
                  <a:srgbClr val="333333"/>
                </a:solidFill>
              </a:rPr>
              <a:t> + </a:t>
            </a:r>
            <a:r>
              <a:rPr sz="1600" b="0" i="0" dirty="0" err="1">
                <a:solidFill>
                  <a:srgbClr val="333333"/>
                </a:solidFill>
              </a:rPr>
              <a:t>LimitRange</a:t>
            </a:r>
            <a:r>
              <a:rPr sz="1600" b="0" i="0" dirty="0">
                <a:solidFill>
                  <a:srgbClr val="333333"/>
                </a:solidFill>
              </a:rPr>
              <a:t>: CPU, memory, object counts</a:t>
            </a:r>
            <a:r>
              <a:rPr lang="en-US" sz="1600" dirty="0">
                <a:solidFill>
                  <a:srgbClr val="333333"/>
                </a:solidFill>
              </a:rPr>
              <a:t> - </a:t>
            </a:r>
            <a:r>
              <a:rPr lang="en-US" sz="1600" b="0" i="0" dirty="0">
                <a:solidFill>
                  <a:srgbClr val="333333"/>
                </a:solidFill>
              </a:rPr>
              <a:t>GPU </a:t>
            </a:r>
            <a:r>
              <a:rPr lang="en-US" sz="1600" dirty="0">
                <a:solidFill>
                  <a:srgbClr val="333333"/>
                </a:solidFill>
              </a:rPr>
              <a:t>via </a:t>
            </a:r>
            <a:r>
              <a:rPr lang="en-US" sz="1600" dirty="0" err="1">
                <a:solidFill>
                  <a:srgbClr val="333333"/>
                </a:solidFill>
              </a:rPr>
              <a:t>Run:AI</a:t>
            </a:r>
            <a:endParaRPr sz="1600" b="0" i="0" dirty="0">
              <a:solidFill>
                <a:srgbClr val="333333"/>
              </a:solidFill>
            </a:endParaRPr>
          </a:p>
          <a:p>
            <a:pPr>
              <a:spcBef>
                <a:spcPts val="300"/>
              </a:spcBef>
            </a:pPr>
            <a:r>
              <a:rPr sz="1600" b="0" i="0" dirty="0">
                <a:solidFill>
                  <a:srgbClr val="333333"/>
                </a:solidFill>
              </a:rPr>
              <a:t>Admission webhooks catch </a:t>
            </a:r>
            <a:r>
              <a:rPr sz="1600" b="0" i="0" dirty="0" err="1">
                <a:solidFill>
                  <a:srgbClr val="333333"/>
                </a:solidFill>
              </a:rPr>
              <a:t>misconfigs</a:t>
            </a:r>
            <a:r>
              <a:rPr sz="1600" b="0" i="0" dirty="0">
                <a:solidFill>
                  <a:srgbClr val="333333"/>
                </a:solidFill>
              </a:rPr>
              <a:t> before deploy</a:t>
            </a:r>
          </a:p>
        </p:txBody>
      </p:sp>
      <p:sp>
        <p:nvSpPr>
          <p:cNvPr id="6" name="Rounded Rectangle 5"/>
          <p:cNvSpPr/>
          <p:nvPr/>
        </p:nvSpPr>
        <p:spPr>
          <a:xfrm>
            <a:off x="2429691" y="4152610"/>
            <a:ext cx="7772400" cy="301752"/>
          </a:xfrm>
          <a:prstGeom prst="round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000" b="1">
                <a:solidFill>
                  <a:srgbClr val="FFFFFF"/>
                </a:solidFill>
              </a:rPr>
              <a:t>RBAC + ServiceAccounts</a:t>
            </a:r>
          </a:p>
        </p:txBody>
      </p:sp>
      <p:sp>
        <p:nvSpPr>
          <p:cNvPr id="7" name="Rounded Rectangle 6"/>
          <p:cNvSpPr/>
          <p:nvPr/>
        </p:nvSpPr>
        <p:spPr>
          <a:xfrm>
            <a:off x="2704011" y="4500082"/>
            <a:ext cx="7223760" cy="301752"/>
          </a:xfrm>
          <a:prstGeom prst="round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000" b="1">
                <a:solidFill>
                  <a:srgbClr val="FFFFFF"/>
                </a:solidFill>
              </a:rPr>
              <a:t>NetworkPolicy (deny-by-default)</a:t>
            </a:r>
          </a:p>
        </p:txBody>
      </p:sp>
      <p:sp>
        <p:nvSpPr>
          <p:cNvPr id="8" name="Rounded Rectangle 7"/>
          <p:cNvSpPr/>
          <p:nvPr/>
        </p:nvSpPr>
        <p:spPr>
          <a:xfrm>
            <a:off x="2978331" y="4847554"/>
            <a:ext cx="6675120" cy="301752"/>
          </a:xfrm>
          <a:prstGeom prst="round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000" b="1">
                <a:solidFill>
                  <a:srgbClr val="FFFFFF"/>
                </a:solidFill>
              </a:rPr>
              <a:t>ResourceQuota + LimitRange</a:t>
            </a:r>
          </a:p>
        </p:txBody>
      </p:sp>
      <p:sp>
        <p:nvSpPr>
          <p:cNvPr id="9" name="Rounded Rectangle 8"/>
          <p:cNvSpPr/>
          <p:nvPr/>
        </p:nvSpPr>
        <p:spPr>
          <a:xfrm>
            <a:off x="3252651" y="5195026"/>
            <a:ext cx="6126480" cy="301752"/>
          </a:xfrm>
          <a:prstGeom prst="roundRect">
            <a:avLst/>
          </a:prstGeom>
          <a:solidFill>
            <a:srgbClr val="7B1FA2"/>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000" b="1">
                <a:solidFill>
                  <a:srgbClr val="FFFFFF"/>
                </a:solidFill>
              </a:rPr>
              <a:t>Admission Webhooks</a:t>
            </a:r>
          </a:p>
        </p:txBody>
      </p:sp>
      <p:pic>
        <p:nvPicPr>
          <p:cNvPr id="4" name="Image 2" descr="/mnt/data/assets/dell.png">
            <a:extLst>
              <a:ext uri="{FF2B5EF4-FFF2-40B4-BE49-F238E27FC236}">
                <a16:creationId xmlns:a16="http://schemas.microsoft.com/office/drawing/2014/main" id="{93A067AE-23CF-6013-9F8D-D050AB4D96A0}"/>
              </a:ext>
            </a:extLst>
          </p:cNvPr>
          <p:cNvPicPr>
            <a:picLocks noChangeAspect="1"/>
          </p:cNvPicPr>
          <p:nvPr/>
        </p:nvPicPr>
        <p:blipFill>
          <a:blip r:embed="rId3"/>
          <a:stretch>
            <a:fillRect/>
          </a:stretch>
        </p:blipFill>
        <p:spPr>
          <a:xfrm>
            <a:off x="559602" y="6178550"/>
            <a:ext cx="650894" cy="377190"/>
          </a:xfrm>
          <a:prstGeom prst="rect">
            <a:avLst/>
          </a:prstGeom>
        </p:spPr>
      </p:pic>
      <p:pic>
        <p:nvPicPr>
          <p:cNvPr id="5" name="Picture 4">
            <a:extLst>
              <a:ext uri="{FF2B5EF4-FFF2-40B4-BE49-F238E27FC236}">
                <a16:creationId xmlns:a16="http://schemas.microsoft.com/office/drawing/2014/main" id="{6DD990ED-A092-79A5-FE03-5629D11E8ABD}"/>
              </a:ext>
            </a:extLst>
          </p:cNvPr>
          <p:cNvPicPr>
            <a:picLocks noChangeAspect="1"/>
          </p:cNvPicPr>
          <p:nvPr/>
        </p:nvPicPr>
        <p:blipFill>
          <a:blip r:embed="rId4"/>
          <a:srcRect t="28238" b="22983"/>
          <a:stretch>
            <a:fillRect/>
          </a:stretch>
        </p:blipFill>
        <p:spPr>
          <a:xfrm>
            <a:off x="559602" y="5827500"/>
            <a:ext cx="650894" cy="3175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400" b="1" dirty="0">
                <a:solidFill>
                  <a:srgbClr val="FF0000"/>
                </a:solidFill>
              </a:rPr>
              <a:t>🛡️ Safety: tenant bootstrap bundle</a:t>
            </a:r>
          </a:p>
        </p:txBody>
      </p:sp>
      <p:sp>
        <p:nvSpPr>
          <p:cNvPr id="3" name="Text Placeholder 2"/>
          <p:cNvSpPr>
            <a:spLocks noGrp="1"/>
          </p:cNvSpPr>
          <p:nvPr>
            <p:ph type="body" idx="1"/>
          </p:nvPr>
        </p:nvSpPr>
        <p:spPr>
          <a:xfrm>
            <a:off x="3357302" y="1085380"/>
            <a:ext cx="5148900" cy="816300"/>
          </a:xfrm>
        </p:spPr>
        <p:txBody>
          <a:bodyPr anchor="t"/>
          <a:lstStyle/>
          <a:p>
            <a:endParaRPr sz="2000" dirty="0"/>
          </a:p>
          <a:p>
            <a:pPr marL="114300" indent="0">
              <a:spcBef>
                <a:spcPts val="200"/>
              </a:spcBef>
              <a:buNone/>
            </a:pPr>
            <a:r>
              <a:rPr sz="2000" b="1" i="0" dirty="0">
                <a:solidFill>
                  <a:srgbClr val="34A853"/>
                </a:solidFill>
              </a:rPr>
              <a:t>One </a:t>
            </a:r>
            <a:r>
              <a:rPr sz="2000" b="1" i="0" dirty="0" err="1">
                <a:solidFill>
                  <a:srgbClr val="34A853"/>
                </a:solidFill>
              </a:rPr>
              <a:t>kustomize</a:t>
            </a:r>
            <a:r>
              <a:rPr sz="2000" b="1" i="0" dirty="0">
                <a:solidFill>
                  <a:srgbClr val="34A853"/>
                </a:solidFill>
              </a:rPr>
              <a:t> build per tenant — deployed via Argo CD:</a:t>
            </a:r>
          </a:p>
          <a:p>
            <a:pPr>
              <a:spcBef>
                <a:spcPts val="200"/>
              </a:spcBef>
            </a:pPr>
            <a:endParaRPr lang="en-US" sz="2000" b="1" i="0" dirty="0">
              <a:solidFill>
                <a:srgbClr val="34A853"/>
              </a:solidFill>
            </a:endParaRPr>
          </a:p>
          <a:p>
            <a:pPr>
              <a:spcBef>
                <a:spcPts val="200"/>
              </a:spcBef>
            </a:pPr>
            <a:endParaRPr lang="en-GB" sz="2000" b="1" dirty="0">
              <a:solidFill>
                <a:srgbClr val="34A853"/>
              </a:solidFill>
            </a:endParaRPr>
          </a:p>
          <a:p>
            <a:pPr>
              <a:spcBef>
                <a:spcPts val="200"/>
              </a:spcBef>
            </a:pPr>
            <a:endParaRPr sz="2000" b="1" i="0" dirty="0">
              <a:solidFill>
                <a:srgbClr val="34A853"/>
              </a:solidFill>
            </a:endParaRPr>
          </a:p>
          <a:p>
            <a:pPr marL="114300" indent="0">
              <a:spcBef>
                <a:spcPts val="600"/>
              </a:spcBef>
              <a:buNone/>
            </a:pPr>
            <a:endParaRPr lang="en-US" sz="2000" b="1" i="0" dirty="0">
              <a:solidFill>
                <a:srgbClr val="333333"/>
              </a:solidFill>
            </a:endParaRPr>
          </a:p>
          <a:p>
            <a:pPr marL="114300" indent="0">
              <a:spcBef>
                <a:spcPts val="600"/>
              </a:spcBef>
              <a:buNone/>
            </a:pPr>
            <a:r>
              <a:rPr sz="2000" b="1" i="0" dirty="0" err="1">
                <a:solidFill>
                  <a:srgbClr val="333333"/>
                </a:solidFill>
              </a:rPr>
              <a:t>GitOps</a:t>
            </a:r>
            <a:r>
              <a:rPr sz="2000" b="1" i="0" dirty="0">
                <a:solidFill>
                  <a:srgbClr val="333333"/>
                </a:solidFill>
              </a:rPr>
              <a:t> guarantee:</a:t>
            </a:r>
          </a:p>
          <a:p>
            <a:pPr>
              <a:spcBef>
                <a:spcPts val="300"/>
              </a:spcBef>
            </a:pPr>
            <a:r>
              <a:rPr sz="2000" b="0" i="0" dirty="0">
                <a:solidFill>
                  <a:srgbClr val="333333"/>
                </a:solidFill>
              </a:rPr>
              <a:t>Tenant definitions in cluster-config/overlays/prod/patches/</a:t>
            </a:r>
          </a:p>
          <a:p>
            <a:pPr>
              <a:spcBef>
                <a:spcPts val="300"/>
              </a:spcBef>
            </a:pPr>
            <a:r>
              <a:rPr sz="2000" b="0" i="0" dirty="0">
                <a:solidFill>
                  <a:srgbClr val="333333"/>
                </a:solidFill>
              </a:rPr>
              <a:t>Auditable, reviewable, rollback-able</a:t>
            </a:r>
          </a:p>
          <a:p>
            <a:pPr marL="114300" indent="0">
              <a:spcBef>
                <a:spcPts val="600"/>
              </a:spcBef>
              <a:buNone/>
            </a:pPr>
            <a:r>
              <a:rPr sz="2000" i="1" dirty="0">
                <a:solidFill>
                  <a:srgbClr val="0D47A1"/>
                </a:solidFill>
              </a:rPr>
              <a:t>▎ No tickets. No manual steps. Git PR = tenant provisioned.</a:t>
            </a:r>
          </a:p>
        </p:txBody>
      </p:sp>
      <p:sp>
        <p:nvSpPr>
          <p:cNvPr id="6" name="Rounded Rectangle 5"/>
          <p:cNvSpPr/>
          <p:nvPr/>
        </p:nvSpPr>
        <p:spPr>
          <a:xfrm>
            <a:off x="3005672" y="2323205"/>
            <a:ext cx="1828800" cy="365760"/>
          </a:xfrm>
          <a:prstGeom prst="round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b="1" dirty="0">
                <a:solidFill>
                  <a:srgbClr val="FFFFFF"/>
                </a:solidFill>
              </a:rPr>
              <a:t>Namespace</a:t>
            </a:r>
          </a:p>
        </p:txBody>
      </p:sp>
      <p:sp>
        <p:nvSpPr>
          <p:cNvPr id="7" name="Rounded Rectangle 6"/>
          <p:cNvSpPr/>
          <p:nvPr/>
        </p:nvSpPr>
        <p:spPr>
          <a:xfrm>
            <a:off x="5017352" y="2323205"/>
            <a:ext cx="1828800" cy="365760"/>
          </a:xfrm>
          <a:prstGeom prst="round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b="1" dirty="0">
                <a:solidFill>
                  <a:srgbClr val="FFFFFF"/>
                </a:solidFill>
              </a:rPr>
              <a:t>RBAC</a:t>
            </a:r>
          </a:p>
        </p:txBody>
      </p:sp>
      <p:sp>
        <p:nvSpPr>
          <p:cNvPr id="8" name="Rounded Rectangle 7"/>
          <p:cNvSpPr/>
          <p:nvPr/>
        </p:nvSpPr>
        <p:spPr>
          <a:xfrm>
            <a:off x="7029032" y="2323205"/>
            <a:ext cx="1828800" cy="365760"/>
          </a:xfrm>
          <a:prstGeom prst="round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600" b="1" dirty="0" err="1">
                <a:solidFill>
                  <a:srgbClr val="FFFFFF"/>
                </a:solidFill>
              </a:rPr>
              <a:t>NetworkPolicy</a:t>
            </a:r>
            <a:endParaRPr sz="1600" b="1" dirty="0">
              <a:solidFill>
                <a:srgbClr val="FFFFFF"/>
              </a:solidFill>
            </a:endParaRPr>
          </a:p>
        </p:txBody>
      </p:sp>
      <p:sp>
        <p:nvSpPr>
          <p:cNvPr id="9" name="Rounded Rectangle 8"/>
          <p:cNvSpPr/>
          <p:nvPr/>
        </p:nvSpPr>
        <p:spPr>
          <a:xfrm>
            <a:off x="3005672" y="2826125"/>
            <a:ext cx="1828800" cy="365760"/>
          </a:xfrm>
          <a:prstGeom prst="roundRect">
            <a:avLst/>
          </a:prstGeom>
          <a:solidFill>
            <a:srgbClr val="7B1FA2"/>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b="1" dirty="0">
                <a:solidFill>
                  <a:srgbClr val="FFFFFF"/>
                </a:solidFill>
              </a:rPr>
              <a:t>Quotas</a:t>
            </a:r>
          </a:p>
        </p:txBody>
      </p:sp>
      <p:sp>
        <p:nvSpPr>
          <p:cNvPr id="10" name="Rounded Rectangle 9"/>
          <p:cNvSpPr/>
          <p:nvPr/>
        </p:nvSpPr>
        <p:spPr>
          <a:xfrm>
            <a:off x="5017352" y="2826125"/>
            <a:ext cx="1828800" cy="365760"/>
          </a:xfrm>
          <a:prstGeom prst="roundRect">
            <a:avLst/>
          </a:prstGeom>
          <a:solidFill>
            <a:srgbClr val="F57C00"/>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b="1" dirty="0" err="1">
                <a:solidFill>
                  <a:srgbClr val="FFFFFF"/>
                </a:solidFill>
              </a:rPr>
              <a:t>HAProxy</a:t>
            </a:r>
            <a:r>
              <a:rPr b="1" dirty="0">
                <a:solidFill>
                  <a:srgbClr val="FFFFFF"/>
                </a:solidFill>
              </a:rPr>
              <a:t> VIP</a:t>
            </a:r>
          </a:p>
        </p:txBody>
      </p:sp>
      <p:pic>
        <p:nvPicPr>
          <p:cNvPr id="4" name="Image 2" descr="/mnt/data/assets/dell.png">
            <a:extLst>
              <a:ext uri="{FF2B5EF4-FFF2-40B4-BE49-F238E27FC236}">
                <a16:creationId xmlns:a16="http://schemas.microsoft.com/office/drawing/2014/main" id="{22291844-D443-102B-DB94-3C68573CF644}"/>
              </a:ext>
            </a:extLst>
          </p:cNvPr>
          <p:cNvPicPr>
            <a:picLocks noChangeAspect="1"/>
          </p:cNvPicPr>
          <p:nvPr/>
        </p:nvPicPr>
        <p:blipFill>
          <a:blip r:embed="rId3"/>
          <a:stretch>
            <a:fillRect/>
          </a:stretch>
        </p:blipFill>
        <p:spPr>
          <a:xfrm>
            <a:off x="559602" y="6178550"/>
            <a:ext cx="650894" cy="377190"/>
          </a:xfrm>
          <a:prstGeom prst="rect">
            <a:avLst/>
          </a:prstGeom>
        </p:spPr>
      </p:pic>
      <p:pic>
        <p:nvPicPr>
          <p:cNvPr id="5" name="Picture 4">
            <a:extLst>
              <a:ext uri="{FF2B5EF4-FFF2-40B4-BE49-F238E27FC236}">
                <a16:creationId xmlns:a16="http://schemas.microsoft.com/office/drawing/2014/main" id="{A396D817-B777-F95C-9B2B-B79EEF474CB4}"/>
              </a:ext>
            </a:extLst>
          </p:cNvPr>
          <p:cNvPicPr>
            <a:picLocks noChangeAspect="1"/>
          </p:cNvPicPr>
          <p:nvPr/>
        </p:nvPicPr>
        <p:blipFill>
          <a:blip r:embed="rId4"/>
          <a:srcRect t="28238" b="22983"/>
          <a:stretch>
            <a:fillRect/>
          </a:stretch>
        </p:blipFill>
        <p:spPr>
          <a:xfrm>
            <a:off x="559602" y="5827500"/>
            <a:ext cx="650894" cy="3175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400" b="1" dirty="0">
                <a:solidFill>
                  <a:srgbClr val="FF0000"/>
                </a:solidFill>
              </a:rPr>
              <a:t>🔧 SR-IOV: NVIDIA Network Op vs </a:t>
            </a:r>
            <a:r>
              <a:rPr lang="en-US" sz="2400" dirty="0">
                <a:solidFill>
                  <a:srgbClr val="FF0000"/>
                </a:solidFill>
              </a:rPr>
              <a:t>N</a:t>
            </a:r>
            <a:r>
              <a:rPr sz="2400" b="1" dirty="0">
                <a:solidFill>
                  <a:srgbClr val="FF0000"/>
                </a:solidFill>
              </a:rPr>
              <a:t>ICs</a:t>
            </a:r>
          </a:p>
        </p:txBody>
      </p:sp>
      <p:sp>
        <p:nvSpPr>
          <p:cNvPr id="3" name="Text Placeholder 2"/>
          <p:cNvSpPr>
            <a:spLocks noGrp="1"/>
          </p:cNvSpPr>
          <p:nvPr>
            <p:ph type="body" idx="1"/>
          </p:nvPr>
        </p:nvSpPr>
        <p:spPr>
          <a:xfrm>
            <a:off x="2103172" y="1599135"/>
            <a:ext cx="5148900" cy="816300"/>
          </a:xfrm>
        </p:spPr>
        <p:txBody>
          <a:bodyPr/>
          <a:lstStyle/>
          <a:p>
            <a:endParaRPr sz="2000" dirty="0"/>
          </a:p>
          <a:p>
            <a:pPr marL="114300" indent="0">
              <a:spcBef>
                <a:spcPts val="200"/>
              </a:spcBef>
              <a:buNone/>
            </a:pPr>
            <a:r>
              <a:rPr sz="2000" b="1" i="0" dirty="0">
                <a:solidFill>
                  <a:srgbClr val="333333"/>
                </a:solidFill>
              </a:rPr>
              <a:t>Bare metal GPU nodes </a:t>
            </a:r>
            <a:r>
              <a:rPr lang="en-US" sz="2000" b="1" i="0" dirty="0">
                <a:solidFill>
                  <a:srgbClr val="333333"/>
                </a:solidFill>
              </a:rPr>
              <a:t>might </a:t>
            </a:r>
            <a:r>
              <a:rPr sz="2000" b="1" i="0" dirty="0">
                <a:solidFill>
                  <a:srgbClr val="333333"/>
                </a:solidFill>
              </a:rPr>
              <a:t>have mixed NICs:</a:t>
            </a:r>
            <a:endParaRPr lang="en-US" sz="2000" dirty="0"/>
          </a:p>
          <a:p>
            <a:pPr marL="114300" indent="0">
              <a:spcBef>
                <a:spcPts val="200"/>
              </a:spcBef>
              <a:buNone/>
            </a:pPr>
            <a:endParaRPr sz="2000" b="0" i="0" dirty="0"/>
          </a:p>
        </p:txBody>
      </p:sp>
      <p:sp>
        <p:nvSpPr>
          <p:cNvPr id="6" name="Rounded Rectangle 5"/>
          <p:cNvSpPr/>
          <p:nvPr/>
        </p:nvSpPr>
        <p:spPr>
          <a:xfrm>
            <a:off x="2103172" y="2948963"/>
            <a:ext cx="3840480" cy="365760"/>
          </a:xfrm>
          <a:prstGeom prst="round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r>
              <a:rPr sz="1600" b="1" dirty="0">
                <a:solidFill>
                  <a:srgbClr val="FFFFFF"/>
                </a:solidFill>
              </a:rPr>
              <a:t>NVIDIA </a:t>
            </a:r>
            <a:r>
              <a:rPr sz="1600" b="1" dirty="0" err="1">
                <a:solidFill>
                  <a:srgbClr val="FFFFFF"/>
                </a:solidFill>
              </a:rPr>
              <a:t>ConnectX</a:t>
            </a:r>
            <a:r>
              <a:rPr lang="en-US" sz="1600" b="1" dirty="0">
                <a:solidFill>
                  <a:srgbClr val="FFFFFF"/>
                </a:solidFill>
              </a:rPr>
              <a:t> 7</a:t>
            </a:r>
            <a:endParaRPr lang="en-US" sz="1600" b="1" dirty="0">
              <a:solidFill>
                <a:srgbClr val="FFFFFF"/>
              </a:solidFill>
              <a:cs typeface="Arial"/>
            </a:endParaRPr>
          </a:p>
        </p:txBody>
      </p:sp>
      <p:sp>
        <p:nvSpPr>
          <p:cNvPr id="7" name="Rounded Rectangle 6"/>
          <p:cNvSpPr/>
          <p:nvPr/>
        </p:nvSpPr>
        <p:spPr>
          <a:xfrm>
            <a:off x="2103172" y="3314723"/>
            <a:ext cx="3840480" cy="914400"/>
          </a:xfrm>
          <a:prstGeom prst="roundRect">
            <a:avLst/>
          </a:prstGeom>
          <a:solidFill>
            <a:srgbClr val="E8F5E9"/>
          </a:solidFill>
          <a:ln w="12700">
            <a:solidFill>
              <a:srgbClr val="34A853"/>
            </a:solid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spcBef>
                <a:spcPts val="300"/>
              </a:spcBef>
            </a:pPr>
            <a:r>
              <a:rPr b="0" i="0" dirty="0">
                <a:solidFill>
                  <a:srgbClr val="333333"/>
                </a:solidFill>
              </a:rPr>
              <a:t>• NVIDIA Network Operator</a:t>
            </a:r>
          </a:p>
          <a:p>
            <a:pPr>
              <a:spcBef>
                <a:spcPts val="300"/>
              </a:spcBef>
            </a:pPr>
            <a:r>
              <a:rPr b="0" i="0" dirty="0">
                <a:solidFill>
                  <a:srgbClr val="333333"/>
                </a:solidFill>
              </a:rPr>
              <a:t>• Manages </a:t>
            </a:r>
            <a:r>
              <a:rPr b="0" i="0" dirty="0" err="1">
                <a:solidFill>
                  <a:srgbClr val="333333"/>
                </a:solidFill>
              </a:rPr>
              <a:t>ConnectX</a:t>
            </a:r>
            <a:r>
              <a:rPr b="0" i="0" dirty="0">
                <a:solidFill>
                  <a:srgbClr val="333333"/>
                </a:solidFill>
              </a:rPr>
              <a:t> SR-IOV + RDMA</a:t>
            </a:r>
          </a:p>
          <a:p>
            <a:pPr>
              <a:spcBef>
                <a:spcPts val="300"/>
              </a:spcBef>
            </a:pPr>
            <a:r>
              <a:rPr b="0" i="0" dirty="0">
                <a:solidFill>
                  <a:srgbClr val="333333"/>
                </a:solidFill>
              </a:rPr>
              <a:t>• </a:t>
            </a:r>
            <a:r>
              <a:rPr b="0" i="0" dirty="0" err="1">
                <a:solidFill>
                  <a:srgbClr val="333333"/>
                </a:solidFill>
              </a:rPr>
              <a:t>GPUDirect</a:t>
            </a:r>
            <a:r>
              <a:rPr b="0" i="0" dirty="0">
                <a:solidFill>
                  <a:srgbClr val="333333"/>
                </a:solidFill>
              </a:rPr>
              <a:t> capable</a:t>
            </a:r>
          </a:p>
        </p:txBody>
      </p:sp>
      <p:sp>
        <p:nvSpPr>
          <p:cNvPr id="8" name="Rounded Rectangle 7"/>
          <p:cNvSpPr/>
          <p:nvPr/>
        </p:nvSpPr>
        <p:spPr>
          <a:xfrm>
            <a:off x="2103172" y="4479879"/>
            <a:ext cx="3840480" cy="365760"/>
          </a:xfrm>
          <a:prstGeom prst="round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r>
              <a:rPr lang="en-US" sz="1600" b="1" dirty="0">
                <a:solidFill>
                  <a:srgbClr val="FFFFFF"/>
                </a:solidFill>
              </a:rPr>
              <a:t>Mellanox </a:t>
            </a:r>
            <a:r>
              <a:rPr lang="en-US" sz="1600" b="1" dirty="0" err="1">
                <a:solidFill>
                  <a:srgbClr val="FFFFFF"/>
                </a:solidFill>
              </a:rPr>
              <a:t>ConnectX</a:t>
            </a:r>
            <a:r>
              <a:rPr lang="en-US" sz="1600" b="1" dirty="0">
                <a:solidFill>
                  <a:srgbClr val="FFFFFF"/>
                </a:solidFill>
              </a:rPr>
              <a:t> 6</a:t>
            </a:r>
            <a:endParaRPr lang="en-US" sz="1800" dirty="0"/>
          </a:p>
        </p:txBody>
      </p:sp>
      <p:sp>
        <p:nvSpPr>
          <p:cNvPr id="9" name="Rounded Rectangle 8"/>
          <p:cNvSpPr/>
          <p:nvPr/>
        </p:nvSpPr>
        <p:spPr>
          <a:xfrm>
            <a:off x="2103172" y="4845639"/>
            <a:ext cx="3840480" cy="914400"/>
          </a:xfrm>
          <a:prstGeom prst="roundRect">
            <a:avLst/>
          </a:prstGeom>
          <a:solidFill>
            <a:srgbClr val="E3F2FD"/>
          </a:solidFill>
          <a:ln w="12700">
            <a:solidFill>
              <a:srgbClr val="1A73E8"/>
            </a:solid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spcBef>
                <a:spcPts val="300"/>
              </a:spcBef>
            </a:pPr>
            <a:r>
              <a:rPr b="0" i="0" dirty="0">
                <a:solidFill>
                  <a:srgbClr val="333333"/>
                </a:solidFill>
              </a:rPr>
              <a:t>• OpenShift SR-IOV Net Operator</a:t>
            </a:r>
          </a:p>
          <a:p>
            <a:pPr>
              <a:spcBef>
                <a:spcPts val="300"/>
              </a:spcBef>
            </a:pPr>
            <a:r>
              <a:rPr b="0" i="0" dirty="0">
                <a:solidFill>
                  <a:srgbClr val="333333"/>
                </a:solidFill>
              </a:rPr>
              <a:t>• Management traffic only</a:t>
            </a:r>
          </a:p>
          <a:p>
            <a:pPr>
              <a:spcBef>
                <a:spcPts val="300"/>
              </a:spcBef>
            </a:pPr>
            <a:r>
              <a:rPr b="0" i="0" dirty="0">
                <a:solidFill>
                  <a:srgbClr val="333333"/>
                </a:solidFill>
              </a:rPr>
              <a:t>• Configured separately</a:t>
            </a:r>
          </a:p>
        </p:txBody>
      </p:sp>
      <p:sp>
        <p:nvSpPr>
          <p:cNvPr id="4" name="Shape 7">
            <a:extLst>
              <a:ext uri="{FF2B5EF4-FFF2-40B4-BE49-F238E27FC236}">
                <a16:creationId xmlns:a16="http://schemas.microsoft.com/office/drawing/2014/main" id="{13C468BE-9897-094B-A4E9-485367E19441}"/>
              </a:ext>
            </a:extLst>
          </p:cNvPr>
          <p:cNvSpPr/>
          <p:nvPr/>
        </p:nvSpPr>
        <p:spPr>
          <a:xfrm>
            <a:off x="6096000" y="2338064"/>
            <a:ext cx="4572513" cy="3768846"/>
          </a:xfrm>
          <a:prstGeom prst="roundRect">
            <a:avLst/>
          </a:prstGeom>
          <a:solidFill>
            <a:srgbClr val="0A0F1F"/>
          </a:solidFill>
          <a:ln w="12700">
            <a:solidFill>
              <a:srgbClr val="263357"/>
            </a:solidFill>
            <a:prstDash val="solid"/>
          </a:ln>
        </p:spPr>
        <p:txBody>
          <a:bodyPr/>
          <a:lstStyle/>
          <a:p>
            <a:endParaRPr lang="en-US"/>
          </a:p>
        </p:txBody>
      </p:sp>
      <p:sp>
        <p:nvSpPr>
          <p:cNvPr id="5" name="Shape 8">
            <a:extLst>
              <a:ext uri="{FF2B5EF4-FFF2-40B4-BE49-F238E27FC236}">
                <a16:creationId xmlns:a16="http://schemas.microsoft.com/office/drawing/2014/main" id="{6A02CF56-9132-4E9F-71B4-16143F437195}"/>
              </a:ext>
            </a:extLst>
          </p:cNvPr>
          <p:cNvSpPr/>
          <p:nvPr/>
        </p:nvSpPr>
        <p:spPr>
          <a:xfrm>
            <a:off x="6096000" y="2338064"/>
            <a:ext cx="4572513" cy="265062"/>
          </a:xfrm>
          <a:prstGeom prst="rect">
            <a:avLst/>
          </a:prstGeom>
          <a:solidFill>
            <a:srgbClr val="111A33"/>
          </a:solidFill>
          <a:ln w="12700">
            <a:solidFill>
              <a:srgbClr val="263357"/>
            </a:solidFill>
            <a:prstDash val="solid"/>
          </a:ln>
        </p:spPr>
        <p:txBody>
          <a:bodyPr/>
          <a:lstStyle/>
          <a:p>
            <a:endParaRPr lang="en-US" dirty="0"/>
          </a:p>
        </p:txBody>
      </p:sp>
      <p:sp>
        <p:nvSpPr>
          <p:cNvPr id="11" name="Text 9">
            <a:extLst>
              <a:ext uri="{FF2B5EF4-FFF2-40B4-BE49-F238E27FC236}">
                <a16:creationId xmlns:a16="http://schemas.microsoft.com/office/drawing/2014/main" id="{2A828649-D73C-BB7C-DB12-28BEB7F9A540}"/>
              </a:ext>
            </a:extLst>
          </p:cNvPr>
          <p:cNvSpPr/>
          <p:nvPr/>
        </p:nvSpPr>
        <p:spPr>
          <a:xfrm>
            <a:off x="6260592" y="2402072"/>
            <a:ext cx="4275918" cy="182230"/>
          </a:xfrm>
          <a:prstGeom prst="rect">
            <a:avLst/>
          </a:prstGeom>
          <a:noFill/>
          <a:ln/>
        </p:spPr>
        <p:txBody>
          <a:bodyPr wrap="square" rtlCol="0" anchor="ctr"/>
          <a:lstStyle/>
          <a:p>
            <a:pPr marL="0" indent="0">
              <a:buNone/>
            </a:pPr>
            <a:r>
              <a:rPr lang="en-US" sz="1000" dirty="0">
                <a:solidFill>
                  <a:srgbClr val="B8C0D9"/>
                </a:solidFill>
                <a:latin typeface="Aptos" pitchFamily="34" charset="0"/>
                <a:ea typeface="Aptos" pitchFamily="34" charset="-122"/>
                <a:cs typeface="Aptos" pitchFamily="34" charset="-120"/>
              </a:rPr>
              <a:t>Example: SR-IOV network to a Pod via </a:t>
            </a:r>
            <a:r>
              <a:rPr lang="en-US" sz="1000" dirty="0" err="1">
                <a:solidFill>
                  <a:srgbClr val="B8C0D9"/>
                </a:solidFill>
                <a:latin typeface="Aptos" pitchFamily="34" charset="0"/>
                <a:ea typeface="Aptos" pitchFamily="34" charset="-122"/>
                <a:cs typeface="Aptos" pitchFamily="34" charset="-120"/>
              </a:rPr>
              <a:t>Multus</a:t>
            </a:r>
            <a:endParaRPr lang="en-US" sz="1000" dirty="0"/>
          </a:p>
        </p:txBody>
      </p:sp>
      <p:sp>
        <p:nvSpPr>
          <p:cNvPr id="12" name="Text 10">
            <a:extLst>
              <a:ext uri="{FF2B5EF4-FFF2-40B4-BE49-F238E27FC236}">
                <a16:creationId xmlns:a16="http://schemas.microsoft.com/office/drawing/2014/main" id="{B7AB2903-CE39-3C63-913E-FB14E222DA3E}"/>
              </a:ext>
            </a:extLst>
          </p:cNvPr>
          <p:cNvSpPr/>
          <p:nvPr/>
        </p:nvSpPr>
        <p:spPr>
          <a:xfrm>
            <a:off x="6218895" y="2707701"/>
            <a:ext cx="4210007" cy="3213873"/>
          </a:xfrm>
          <a:prstGeom prst="rect">
            <a:avLst/>
          </a:prstGeom>
          <a:noFill/>
          <a:ln/>
        </p:spPr>
        <p:txBody>
          <a:bodyPr wrap="square" rtlCol="0" anchor="ctr"/>
          <a:lstStyle/>
          <a:p>
            <a:pPr marL="0" indent="0">
              <a:lnSpc>
                <a:spcPct val="105000"/>
              </a:lnSpc>
              <a:buNone/>
            </a:pPr>
            <a:r>
              <a:rPr lang="en-US" sz="900" dirty="0" err="1">
                <a:solidFill>
                  <a:srgbClr val="DCE4FF"/>
                </a:solidFill>
                <a:latin typeface="Courier New" pitchFamily="34" charset="0"/>
                <a:ea typeface="Courier New" pitchFamily="34" charset="-122"/>
                <a:cs typeface="Courier New" pitchFamily="34" charset="-120"/>
              </a:rPr>
              <a:t>apiVersion</a:t>
            </a:r>
            <a:r>
              <a:rPr lang="en-US" sz="900" dirty="0">
                <a:solidFill>
                  <a:srgbClr val="DCE4FF"/>
                </a:solidFill>
                <a:latin typeface="Courier New" pitchFamily="34" charset="0"/>
                <a:ea typeface="Courier New" pitchFamily="34" charset="-122"/>
                <a:cs typeface="Courier New" pitchFamily="34" charset="-120"/>
              </a:rPr>
              <a:t>: v1</a:t>
            </a:r>
          </a:p>
          <a:p>
            <a:pPr marL="0" indent="0">
              <a:lnSpc>
                <a:spcPct val="105000"/>
              </a:lnSpc>
              <a:buNone/>
            </a:pPr>
            <a:r>
              <a:rPr lang="en-US" sz="900" dirty="0">
                <a:solidFill>
                  <a:srgbClr val="DCE4FF"/>
                </a:solidFill>
                <a:latin typeface="Courier New" pitchFamily="34" charset="0"/>
                <a:ea typeface="Courier New" pitchFamily="34" charset="-122"/>
                <a:cs typeface="Courier New" pitchFamily="34" charset="-120"/>
              </a:rPr>
              <a:t>kind: Pod</a:t>
            </a:r>
          </a:p>
          <a:p>
            <a:pPr marL="0" indent="0">
              <a:lnSpc>
                <a:spcPct val="105000"/>
              </a:lnSpc>
              <a:buNone/>
            </a:pPr>
            <a:r>
              <a:rPr lang="en-US" sz="900" dirty="0">
                <a:solidFill>
                  <a:srgbClr val="DCE4FF"/>
                </a:solidFill>
                <a:latin typeface="Courier New" pitchFamily="34" charset="0"/>
                <a:ea typeface="Courier New" pitchFamily="34" charset="-122"/>
                <a:cs typeface="Courier New" pitchFamily="34" charset="-120"/>
              </a:rPr>
              <a:t>metadata:</a:t>
            </a:r>
          </a:p>
          <a:p>
            <a:pPr marL="0" indent="0">
              <a:lnSpc>
                <a:spcPct val="105000"/>
              </a:lnSpc>
              <a:buNone/>
            </a:pPr>
            <a:r>
              <a:rPr lang="en-US" sz="900" dirty="0">
                <a:solidFill>
                  <a:srgbClr val="DCE4FF"/>
                </a:solidFill>
                <a:latin typeface="Courier New" pitchFamily="34" charset="0"/>
                <a:ea typeface="Courier New" pitchFamily="34" charset="-122"/>
                <a:cs typeface="Courier New" pitchFamily="34" charset="-120"/>
              </a:rPr>
              <a:t>  name: testpod1</a:t>
            </a:r>
          </a:p>
          <a:p>
            <a:pPr marL="0" indent="0">
              <a:lnSpc>
                <a:spcPct val="105000"/>
              </a:lnSpc>
              <a:buNone/>
            </a:pPr>
            <a:r>
              <a:rPr lang="en-US" sz="900" dirty="0">
                <a:solidFill>
                  <a:srgbClr val="DCE4FF"/>
                </a:solidFill>
                <a:latin typeface="Courier New" pitchFamily="34" charset="0"/>
                <a:ea typeface="Courier New" pitchFamily="34" charset="-122"/>
                <a:cs typeface="Courier New" pitchFamily="34" charset="-120"/>
              </a:rPr>
              <a:t>  annotations:</a:t>
            </a:r>
          </a:p>
          <a:p>
            <a:pPr marL="0" indent="0">
              <a:lnSpc>
                <a:spcPct val="105000"/>
              </a:lnSpc>
              <a:buNone/>
            </a:pPr>
            <a:r>
              <a:rPr lang="en-US" sz="900" dirty="0">
                <a:solidFill>
                  <a:srgbClr val="DCE4FF"/>
                </a:solidFill>
                <a:latin typeface="Courier New" pitchFamily="34" charset="0"/>
                <a:ea typeface="Courier New" pitchFamily="34" charset="-122"/>
                <a:cs typeface="Courier New" pitchFamily="34" charset="-120"/>
              </a:rPr>
              <a:t>    </a:t>
            </a:r>
            <a:r>
              <a:rPr lang="en-US" sz="900" b="1" dirty="0">
                <a:solidFill>
                  <a:srgbClr val="DCE4FF"/>
                </a:solidFill>
                <a:latin typeface="Courier New" pitchFamily="34" charset="0"/>
                <a:ea typeface="Courier New" pitchFamily="34" charset="-122"/>
                <a:cs typeface="Courier New" pitchFamily="34" charset="-120"/>
              </a:rPr>
              <a:t>k8s.v1.cni.cncf.io/networks: </a:t>
            </a:r>
            <a:r>
              <a:rPr lang="en-US" sz="900" b="1" dirty="0" err="1">
                <a:solidFill>
                  <a:srgbClr val="DCE4FF"/>
                </a:solidFill>
                <a:latin typeface="Courier New" pitchFamily="34" charset="0"/>
                <a:ea typeface="Courier New" pitchFamily="34" charset="-122"/>
                <a:cs typeface="Courier New" pitchFamily="34" charset="-120"/>
              </a:rPr>
              <a:t>sriov</a:t>
            </a:r>
            <a:r>
              <a:rPr lang="en-US" sz="900" b="1" dirty="0">
                <a:solidFill>
                  <a:srgbClr val="DCE4FF"/>
                </a:solidFill>
                <a:latin typeface="Courier New" pitchFamily="34" charset="0"/>
                <a:ea typeface="Courier New" pitchFamily="34" charset="-122"/>
                <a:cs typeface="Courier New" pitchFamily="34" charset="-120"/>
              </a:rPr>
              <a:t>-network</a:t>
            </a:r>
          </a:p>
          <a:p>
            <a:pPr marL="0" indent="0">
              <a:lnSpc>
                <a:spcPct val="105000"/>
              </a:lnSpc>
              <a:buNone/>
            </a:pPr>
            <a:r>
              <a:rPr lang="en-US" sz="900" dirty="0">
                <a:solidFill>
                  <a:srgbClr val="DCE4FF"/>
                </a:solidFill>
                <a:latin typeface="Courier New" pitchFamily="34" charset="0"/>
                <a:ea typeface="Courier New" pitchFamily="34" charset="-122"/>
                <a:cs typeface="Courier New" pitchFamily="34" charset="-120"/>
              </a:rPr>
              <a:t>spec:</a:t>
            </a:r>
          </a:p>
          <a:p>
            <a:pPr marL="0" indent="0">
              <a:lnSpc>
                <a:spcPct val="105000"/>
              </a:lnSpc>
              <a:buNone/>
            </a:pPr>
            <a:r>
              <a:rPr lang="en-US" sz="900" dirty="0">
                <a:solidFill>
                  <a:srgbClr val="DCE4FF"/>
                </a:solidFill>
                <a:latin typeface="Courier New" pitchFamily="34" charset="0"/>
                <a:ea typeface="Courier New" pitchFamily="34" charset="-122"/>
                <a:cs typeface="Courier New" pitchFamily="34" charset="-120"/>
              </a:rPr>
              <a:t>  containers:</a:t>
            </a:r>
          </a:p>
          <a:p>
            <a:pPr marL="0" indent="0">
              <a:lnSpc>
                <a:spcPct val="105000"/>
              </a:lnSpc>
              <a:buNone/>
            </a:pPr>
            <a:r>
              <a:rPr lang="en-US" sz="900" dirty="0">
                <a:solidFill>
                  <a:srgbClr val="DCE4FF"/>
                </a:solidFill>
                <a:latin typeface="Courier New" pitchFamily="34" charset="0"/>
                <a:ea typeface="Courier New" pitchFamily="34" charset="-122"/>
                <a:cs typeface="Courier New" pitchFamily="34" charset="-120"/>
              </a:rPr>
              <a:t>  - name: appcntr1</a:t>
            </a:r>
          </a:p>
          <a:p>
            <a:pPr marL="0" indent="0">
              <a:lnSpc>
                <a:spcPct val="105000"/>
              </a:lnSpc>
              <a:buNone/>
            </a:pPr>
            <a:r>
              <a:rPr lang="en-US" sz="900" dirty="0">
                <a:solidFill>
                  <a:srgbClr val="DCE4FF"/>
                </a:solidFill>
                <a:latin typeface="Courier New" pitchFamily="34" charset="0"/>
                <a:ea typeface="Courier New" pitchFamily="34" charset="-122"/>
                <a:cs typeface="Courier New" pitchFamily="34" charset="-120"/>
              </a:rPr>
              <a:t>    image: </a:t>
            </a:r>
            <a:r>
              <a:rPr lang="en-US" sz="900" dirty="0" err="1">
                <a:solidFill>
                  <a:srgbClr val="DCE4FF"/>
                </a:solidFill>
                <a:latin typeface="Courier New" pitchFamily="34" charset="0"/>
                <a:ea typeface="Courier New" pitchFamily="34" charset="-122"/>
                <a:cs typeface="Courier New" pitchFamily="34" charset="-120"/>
              </a:rPr>
              <a:t>registry.access.redhat.com</a:t>
            </a:r>
            <a:r>
              <a:rPr lang="en-US" sz="900" dirty="0">
                <a:solidFill>
                  <a:srgbClr val="DCE4FF"/>
                </a:solidFill>
                <a:latin typeface="Courier New" pitchFamily="34" charset="0"/>
                <a:ea typeface="Courier New" pitchFamily="34" charset="-122"/>
                <a:cs typeface="Courier New" pitchFamily="34" charset="-120"/>
              </a:rPr>
              <a:t>/ubi9/python-311</a:t>
            </a:r>
          </a:p>
          <a:p>
            <a:pPr marL="0" indent="0">
              <a:lnSpc>
                <a:spcPct val="105000"/>
              </a:lnSpc>
              <a:buNone/>
            </a:pPr>
            <a:r>
              <a:rPr lang="en-US" sz="900" dirty="0">
                <a:solidFill>
                  <a:srgbClr val="DCE4FF"/>
                </a:solidFill>
                <a:latin typeface="Courier New" pitchFamily="34" charset="0"/>
                <a:ea typeface="Courier New" pitchFamily="34" charset="-122"/>
                <a:cs typeface="Courier New" pitchFamily="34" charset="-120"/>
              </a:rPr>
              <a:t>    </a:t>
            </a:r>
            <a:r>
              <a:rPr lang="en-US" sz="900" dirty="0" err="1">
                <a:solidFill>
                  <a:srgbClr val="DCE4FF"/>
                </a:solidFill>
                <a:latin typeface="Courier New" pitchFamily="34" charset="0"/>
                <a:ea typeface="Courier New" pitchFamily="34" charset="-122"/>
                <a:cs typeface="Courier New" pitchFamily="34" charset="-120"/>
              </a:rPr>
              <a:t>imagePullPolicy</a:t>
            </a:r>
            <a:r>
              <a:rPr lang="en-US" sz="900" dirty="0">
                <a:solidFill>
                  <a:srgbClr val="DCE4FF"/>
                </a:solidFill>
                <a:latin typeface="Courier New" pitchFamily="34" charset="0"/>
                <a:ea typeface="Courier New" pitchFamily="34" charset="-122"/>
                <a:cs typeface="Courier New" pitchFamily="34" charset="-120"/>
              </a:rPr>
              <a:t>: </a:t>
            </a:r>
            <a:r>
              <a:rPr lang="en-US" sz="900" dirty="0" err="1">
                <a:solidFill>
                  <a:srgbClr val="DCE4FF"/>
                </a:solidFill>
                <a:latin typeface="Courier New" pitchFamily="34" charset="0"/>
                <a:ea typeface="Courier New" pitchFamily="34" charset="-122"/>
                <a:cs typeface="Courier New" pitchFamily="34" charset="-120"/>
              </a:rPr>
              <a:t>IfNotPresent</a:t>
            </a:r>
            <a:endParaRPr lang="en-US" sz="900" dirty="0">
              <a:solidFill>
                <a:srgbClr val="DCE4FF"/>
              </a:solidFill>
              <a:latin typeface="Courier New" pitchFamily="34" charset="0"/>
              <a:ea typeface="Courier New" pitchFamily="34" charset="-122"/>
              <a:cs typeface="Courier New" pitchFamily="34" charset="-120"/>
            </a:endParaRPr>
          </a:p>
          <a:p>
            <a:pPr marL="0" indent="0">
              <a:lnSpc>
                <a:spcPct val="105000"/>
              </a:lnSpc>
              <a:buNone/>
            </a:pPr>
            <a:r>
              <a:rPr lang="en-US" sz="900" dirty="0">
                <a:solidFill>
                  <a:srgbClr val="DCE4FF"/>
                </a:solidFill>
                <a:latin typeface="Courier New" pitchFamily="34" charset="0"/>
                <a:ea typeface="Courier New" pitchFamily="34" charset="-122"/>
                <a:cs typeface="Courier New" pitchFamily="34" charset="-120"/>
              </a:rPr>
              <a:t>    </a:t>
            </a:r>
            <a:r>
              <a:rPr lang="en-US" sz="900" dirty="0" err="1">
                <a:solidFill>
                  <a:srgbClr val="DCE4FF"/>
                </a:solidFill>
                <a:latin typeface="Courier New" pitchFamily="34" charset="0"/>
                <a:ea typeface="Courier New" pitchFamily="34" charset="-122"/>
                <a:cs typeface="Courier New" pitchFamily="34" charset="-120"/>
              </a:rPr>
              <a:t>securityContext</a:t>
            </a:r>
            <a:r>
              <a:rPr lang="en-US" sz="900" dirty="0">
                <a:solidFill>
                  <a:srgbClr val="DCE4FF"/>
                </a:solidFill>
                <a:latin typeface="Courier New" pitchFamily="34" charset="0"/>
                <a:ea typeface="Courier New" pitchFamily="34" charset="-122"/>
                <a:cs typeface="Courier New" pitchFamily="34" charset="-120"/>
              </a:rPr>
              <a:t>:</a:t>
            </a:r>
          </a:p>
          <a:p>
            <a:pPr marL="0" indent="0">
              <a:lnSpc>
                <a:spcPct val="105000"/>
              </a:lnSpc>
              <a:buNone/>
            </a:pPr>
            <a:r>
              <a:rPr lang="en-US" sz="900" dirty="0">
                <a:solidFill>
                  <a:srgbClr val="DCE4FF"/>
                </a:solidFill>
                <a:latin typeface="Courier New" pitchFamily="34" charset="0"/>
                <a:ea typeface="Courier New" pitchFamily="34" charset="-122"/>
                <a:cs typeface="Courier New" pitchFamily="34" charset="-120"/>
              </a:rPr>
              <a:t>      capabilities:</a:t>
            </a:r>
          </a:p>
          <a:p>
            <a:pPr marL="0" indent="0">
              <a:lnSpc>
                <a:spcPct val="105000"/>
              </a:lnSpc>
              <a:buNone/>
            </a:pPr>
            <a:r>
              <a:rPr lang="en-US" sz="900" dirty="0">
                <a:solidFill>
                  <a:srgbClr val="DCE4FF"/>
                </a:solidFill>
                <a:latin typeface="Courier New" pitchFamily="34" charset="0"/>
                <a:ea typeface="Courier New" pitchFamily="34" charset="-122"/>
                <a:cs typeface="Courier New" pitchFamily="34" charset="-120"/>
              </a:rPr>
              <a:t>        add: ["IPC_LOCK"]</a:t>
            </a:r>
          </a:p>
          <a:p>
            <a:pPr marL="0" indent="0">
              <a:lnSpc>
                <a:spcPct val="105000"/>
              </a:lnSpc>
              <a:buNone/>
            </a:pPr>
            <a:r>
              <a:rPr lang="en-US" sz="900" dirty="0">
                <a:solidFill>
                  <a:srgbClr val="DCE4FF"/>
                </a:solidFill>
                <a:latin typeface="Courier New" pitchFamily="34" charset="0"/>
                <a:ea typeface="Courier New" pitchFamily="34" charset="-122"/>
                <a:cs typeface="Courier New" pitchFamily="34" charset="-120"/>
              </a:rPr>
              <a:t>    command:</a:t>
            </a:r>
          </a:p>
          <a:p>
            <a:pPr marL="0" indent="0">
              <a:lnSpc>
                <a:spcPct val="105000"/>
              </a:lnSpc>
              <a:buNone/>
            </a:pPr>
            <a:r>
              <a:rPr lang="en-US" sz="900" dirty="0">
                <a:solidFill>
                  <a:srgbClr val="DCE4FF"/>
                </a:solidFill>
                <a:latin typeface="Courier New" pitchFamily="34" charset="0"/>
                <a:ea typeface="Courier New" pitchFamily="34" charset="-122"/>
                <a:cs typeface="Courier New" pitchFamily="34" charset="-120"/>
              </a:rPr>
              <a:t>      - </a:t>
            </a:r>
            <a:r>
              <a:rPr lang="en-US" sz="900" dirty="0" err="1">
                <a:solidFill>
                  <a:srgbClr val="DCE4FF"/>
                </a:solidFill>
                <a:latin typeface="Courier New" pitchFamily="34" charset="0"/>
                <a:ea typeface="Courier New" pitchFamily="34" charset="-122"/>
                <a:cs typeface="Courier New" pitchFamily="34" charset="-120"/>
              </a:rPr>
              <a:t>sh</a:t>
            </a:r>
            <a:endParaRPr lang="en-US" sz="900" dirty="0">
              <a:solidFill>
                <a:srgbClr val="DCE4FF"/>
              </a:solidFill>
              <a:latin typeface="Courier New" pitchFamily="34" charset="0"/>
              <a:ea typeface="Courier New" pitchFamily="34" charset="-122"/>
              <a:cs typeface="Courier New" pitchFamily="34" charset="-120"/>
            </a:endParaRPr>
          </a:p>
          <a:p>
            <a:pPr marL="0" indent="0">
              <a:lnSpc>
                <a:spcPct val="105000"/>
              </a:lnSpc>
              <a:buNone/>
            </a:pPr>
            <a:r>
              <a:rPr lang="en-US" sz="900" dirty="0">
                <a:solidFill>
                  <a:srgbClr val="DCE4FF"/>
                </a:solidFill>
                <a:latin typeface="Courier New" pitchFamily="34" charset="0"/>
                <a:ea typeface="Courier New" pitchFamily="34" charset="-122"/>
                <a:cs typeface="Courier New" pitchFamily="34" charset="-120"/>
              </a:rPr>
              <a:t>      - -c</a:t>
            </a:r>
          </a:p>
          <a:p>
            <a:pPr marL="0" indent="0">
              <a:lnSpc>
                <a:spcPct val="105000"/>
              </a:lnSpc>
              <a:buNone/>
            </a:pPr>
            <a:r>
              <a:rPr lang="en-US" sz="900" dirty="0">
                <a:solidFill>
                  <a:srgbClr val="DCE4FF"/>
                </a:solidFill>
                <a:latin typeface="Courier New" pitchFamily="34" charset="0"/>
                <a:ea typeface="Courier New" pitchFamily="34" charset="-122"/>
                <a:cs typeface="Courier New" pitchFamily="34" charset="-120"/>
              </a:rPr>
              <a:t>      - sleep inf</a:t>
            </a:r>
          </a:p>
          <a:p>
            <a:pPr marL="0" indent="0">
              <a:lnSpc>
                <a:spcPct val="105000"/>
              </a:lnSpc>
              <a:buNone/>
            </a:pPr>
            <a:r>
              <a:rPr lang="en-US" sz="900" dirty="0">
                <a:solidFill>
                  <a:srgbClr val="DCE4FF"/>
                </a:solidFill>
                <a:latin typeface="Courier New" pitchFamily="34" charset="0"/>
                <a:ea typeface="Courier New" pitchFamily="34" charset="-122"/>
                <a:cs typeface="Courier New" pitchFamily="34" charset="-120"/>
              </a:rPr>
              <a:t>    resources:</a:t>
            </a:r>
          </a:p>
          <a:p>
            <a:pPr marL="0" indent="0">
              <a:lnSpc>
                <a:spcPct val="105000"/>
              </a:lnSpc>
              <a:buNone/>
            </a:pPr>
            <a:r>
              <a:rPr lang="en-US" sz="900" dirty="0">
                <a:solidFill>
                  <a:srgbClr val="DCE4FF"/>
                </a:solidFill>
                <a:latin typeface="Courier New" pitchFamily="34" charset="0"/>
                <a:ea typeface="Courier New" pitchFamily="34" charset="-122"/>
                <a:cs typeface="Courier New" pitchFamily="34" charset="-120"/>
              </a:rPr>
              <a:t>      requests:</a:t>
            </a:r>
          </a:p>
          <a:p>
            <a:pPr marL="0" indent="0">
              <a:lnSpc>
                <a:spcPct val="105000"/>
              </a:lnSpc>
              <a:buNone/>
            </a:pPr>
            <a:r>
              <a:rPr lang="en-US" sz="900" dirty="0">
                <a:solidFill>
                  <a:srgbClr val="DCE4FF"/>
                </a:solidFill>
                <a:latin typeface="Courier New" pitchFamily="34" charset="0"/>
                <a:ea typeface="Courier New" pitchFamily="34" charset="-122"/>
                <a:cs typeface="Courier New" pitchFamily="34" charset="-120"/>
              </a:rPr>
              <a:t>        </a:t>
            </a:r>
            <a:r>
              <a:rPr lang="en-US" sz="900" dirty="0" err="1">
                <a:solidFill>
                  <a:srgbClr val="DCE4FF"/>
                </a:solidFill>
                <a:latin typeface="Courier New" pitchFamily="34" charset="0"/>
                <a:ea typeface="Courier New" pitchFamily="34" charset="-122"/>
                <a:cs typeface="Courier New" pitchFamily="34" charset="-120"/>
              </a:rPr>
              <a:t>openshift.io</a:t>
            </a:r>
            <a:r>
              <a:rPr lang="en-US" sz="900" dirty="0">
                <a:solidFill>
                  <a:srgbClr val="DCE4FF"/>
                </a:solidFill>
                <a:latin typeface="Courier New" pitchFamily="34" charset="0"/>
                <a:ea typeface="Courier New" pitchFamily="34" charset="-122"/>
                <a:cs typeface="Courier New" pitchFamily="34" charset="-120"/>
              </a:rPr>
              <a:t>/</a:t>
            </a:r>
            <a:r>
              <a:rPr lang="en-US" sz="900" dirty="0" err="1">
                <a:solidFill>
                  <a:srgbClr val="DCE4FF"/>
                </a:solidFill>
                <a:latin typeface="Courier New" pitchFamily="34" charset="0"/>
                <a:ea typeface="Courier New" pitchFamily="34" charset="-122"/>
                <a:cs typeface="Courier New" pitchFamily="34" charset="-120"/>
              </a:rPr>
              <a:t>sriovlegacy</a:t>
            </a:r>
            <a:r>
              <a:rPr lang="en-US" sz="900" dirty="0">
                <a:solidFill>
                  <a:srgbClr val="DCE4FF"/>
                </a:solidFill>
                <a:latin typeface="Courier New" pitchFamily="34" charset="0"/>
                <a:ea typeface="Courier New" pitchFamily="34" charset="-122"/>
                <a:cs typeface="Courier New" pitchFamily="34" charset="-120"/>
              </a:rPr>
              <a:t>: '1'</a:t>
            </a:r>
          </a:p>
          <a:p>
            <a:pPr marL="0" indent="0">
              <a:lnSpc>
                <a:spcPct val="105000"/>
              </a:lnSpc>
              <a:buNone/>
            </a:pPr>
            <a:r>
              <a:rPr lang="en-US" sz="900" dirty="0">
                <a:solidFill>
                  <a:srgbClr val="DCE4FF"/>
                </a:solidFill>
                <a:latin typeface="Courier New" pitchFamily="34" charset="0"/>
                <a:ea typeface="Courier New" pitchFamily="34" charset="-122"/>
                <a:cs typeface="Courier New" pitchFamily="34" charset="-120"/>
              </a:rPr>
              <a:t>      limits:</a:t>
            </a:r>
          </a:p>
          <a:p>
            <a:pPr marL="0" indent="0">
              <a:lnSpc>
                <a:spcPct val="105000"/>
              </a:lnSpc>
              <a:buNone/>
            </a:pPr>
            <a:r>
              <a:rPr lang="en-US" sz="900" dirty="0">
                <a:solidFill>
                  <a:srgbClr val="DCE4FF"/>
                </a:solidFill>
                <a:latin typeface="Courier New" pitchFamily="34" charset="0"/>
                <a:ea typeface="Courier New" pitchFamily="34" charset="-122"/>
                <a:cs typeface="Courier New" pitchFamily="34" charset="-120"/>
              </a:rPr>
              <a:t>        </a:t>
            </a:r>
            <a:r>
              <a:rPr lang="en-US" sz="900" dirty="0" err="1">
                <a:solidFill>
                  <a:srgbClr val="DCE4FF"/>
                </a:solidFill>
                <a:latin typeface="Courier New" pitchFamily="34" charset="0"/>
                <a:ea typeface="Courier New" pitchFamily="34" charset="-122"/>
                <a:cs typeface="Courier New" pitchFamily="34" charset="-120"/>
              </a:rPr>
              <a:t>openshift.io</a:t>
            </a:r>
            <a:r>
              <a:rPr lang="en-US" sz="900" dirty="0">
                <a:solidFill>
                  <a:srgbClr val="DCE4FF"/>
                </a:solidFill>
                <a:latin typeface="Courier New" pitchFamily="34" charset="0"/>
                <a:ea typeface="Courier New" pitchFamily="34" charset="-122"/>
                <a:cs typeface="Courier New" pitchFamily="34" charset="-120"/>
              </a:rPr>
              <a:t>/</a:t>
            </a:r>
            <a:r>
              <a:rPr lang="en-US" sz="900" dirty="0" err="1">
                <a:solidFill>
                  <a:srgbClr val="DCE4FF"/>
                </a:solidFill>
                <a:latin typeface="Courier New" pitchFamily="34" charset="0"/>
                <a:ea typeface="Courier New" pitchFamily="34" charset="-122"/>
                <a:cs typeface="Courier New" pitchFamily="34" charset="-120"/>
              </a:rPr>
              <a:t>sriovlegacy</a:t>
            </a:r>
            <a:r>
              <a:rPr lang="en-US" sz="900" dirty="0">
                <a:solidFill>
                  <a:srgbClr val="DCE4FF"/>
                </a:solidFill>
                <a:latin typeface="Courier New" pitchFamily="34" charset="0"/>
                <a:ea typeface="Courier New" pitchFamily="34" charset="-122"/>
                <a:cs typeface="Courier New" pitchFamily="34" charset="-120"/>
              </a:rPr>
              <a:t>: '1'</a:t>
            </a:r>
            <a:endParaRPr lang="en-US" sz="900" dirty="0"/>
          </a:p>
        </p:txBody>
      </p:sp>
      <p:pic>
        <p:nvPicPr>
          <p:cNvPr id="13" name="Image 2" descr="/mnt/data/assets/dell.png">
            <a:extLst>
              <a:ext uri="{FF2B5EF4-FFF2-40B4-BE49-F238E27FC236}">
                <a16:creationId xmlns:a16="http://schemas.microsoft.com/office/drawing/2014/main" id="{5BE79E87-E54A-A1D9-EC1A-AE3CD7705A4C}"/>
              </a:ext>
            </a:extLst>
          </p:cNvPr>
          <p:cNvPicPr>
            <a:picLocks noChangeAspect="1"/>
          </p:cNvPicPr>
          <p:nvPr/>
        </p:nvPicPr>
        <p:blipFill>
          <a:blip r:embed="rId3"/>
          <a:stretch>
            <a:fillRect/>
          </a:stretch>
        </p:blipFill>
        <p:spPr>
          <a:xfrm>
            <a:off x="559602" y="6178550"/>
            <a:ext cx="650894" cy="377190"/>
          </a:xfrm>
          <a:prstGeom prst="rect">
            <a:avLst/>
          </a:prstGeom>
        </p:spPr>
      </p:pic>
      <p:pic>
        <p:nvPicPr>
          <p:cNvPr id="14" name="Picture 13">
            <a:extLst>
              <a:ext uri="{FF2B5EF4-FFF2-40B4-BE49-F238E27FC236}">
                <a16:creationId xmlns:a16="http://schemas.microsoft.com/office/drawing/2014/main" id="{16753572-386F-D625-CB00-20F5BEE85414}"/>
              </a:ext>
            </a:extLst>
          </p:cNvPr>
          <p:cNvPicPr>
            <a:picLocks noChangeAspect="1"/>
          </p:cNvPicPr>
          <p:nvPr/>
        </p:nvPicPr>
        <p:blipFill>
          <a:blip r:embed="rId4"/>
          <a:srcRect t="28238" b="22983"/>
          <a:stretch>
            <a:fillRect/>
          </a:stretch>
        </p:blipFill>
        <p:spPr>
          <a:xfrm>
            <a:off x="559602" y="5827500"/>
            <a:ext cx="650894" cy="3175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400" b="1" dirty="0">
                <a:solidFill>
                  <a:srgbClr val="FF0000"/>
                </a:solidFill>
              </a:rPr>
              <a:t>⚙️ Open kernel modules + DMA-BUF</a:t>
            </a:r>
          </a:p>
        </p:txBody>
      </p:sp>
      <p:sp>
        <p:nvSpPr>
          <p:cNvPr id="3" name="Text Placeholder 2"/>
          <p:cNvSpPr>
            <a:spLocks noGrp="1"/>
          </p:cNvSpPr>
          <p:nvPr>
            <p:ph type="body" idx="1"/>
          </p:nvPr>
        </p:nvSpPr>
        <p:spPr>
          <a:xfrm>
            <a:off x="2438400" y="3255896"/>
            <a:ext cx="7955280" cy="816300"/>
          </a:xfrm>
        </p:spPr>
        <p:txBody>
          <a:bodyPr/>
          <a:lstStyle/>
          <a:p>
            <a:endParaRPr lang="en-US" sz="2000" dirty="0"/>
          </a:p>
          <a:p>
            <a:pPr>
              <a:spcBef>
                <a:spcPts val="200"/>
              </a:spcBef>
            </a:pPr>
            <a:r>
              <a:rPr sz="2000" b="0" i="0" dirty="0"/>
              <a:t> </a:t>
            </a:r>
          </a:p>
          <a:p>
            <a:pPr>
              <a:spcBef>
                <a:spcPts val="200"/>
              </a:spcBef>
            </a:pPr>
            <a:endParaRPr sz="2000" b="0" i="0" dirty="0"/>
          </a:p>
          <a:p>
            <a:pPr>
              <a:spcBef>
                <a:spcPts val="200"/>
              </a:spcBef>
            </a:pPr>
            <a:endParaRPr sz="2000" b="0" i="0" dirty="0"/>
          </a:p>
          <a:p>
            <a:pPr>
              <a:spcBef>
                <a:spcPts val="200"/>
              </a:spcBef>
            </a:pPr>
            <a:endParaRPr sz="2000" b="0" i="0" dirty="0"/>
          </a:p>
          <a:p>
            <a:pPr>
              <a:spcBef>
                <a:spcPts val="200"/>
              </a:spcBef>
            </a:pPr>
            <a:endParaRPr sz="2000" b="0" i="0" dirty="0"/>
          </a:p>
          <a:p>
            <a:pPr>
              <a:spcBef>
                <a:spcPts val="200"/>
              </a:spcBef>
            </a:pPr>
            <a:endParaRPr sz="2000" b="0" i="0" dirty="0"/>
          </a:p>
          <a:p>
            <a:pPr>
              <a:spcBef>
                <a:spcPts val="200"/>
              </a:spcBef>
            </a:pPr>
            <a:endParaRPr sz="2000" b="0" i="0" dirty="0"/>
          </a:p>
          <a:p>
            <a:pPr marL="114300" indent="0" algn="ctr">
              <a:spcBef>
                <a:spcPts val="600"/>
              </a:spcBef>
              <a:buNone/>
            </a:pPr>
            <a:r>
              <a:rPr sz="2000" i="1" dirty="0">
                <a:solidFill>
                  <a:srgbClr val="0D47A1"/>
                </a:solidFill>
              </a:rPr>
              <a:t>▎ Both changes reduced our upgrade failure</a:t>
            </a:r>
          </a:p>
        </p:txBody>
      </p:sp>
      <p:sp>
        <p:nvSpPr>
          <p:cNvPr id="6" name="Rounded Rectangle 5"/>
          <p:cNvSpPr/>
          <p:nvPr/>
        </p:nvSpPr>
        <p:spPr>
          <a:xfrm>
            <a:off x="2438400" y="2387216"/>
            <a:ext cx="3840480" cy="365760"/>
          </a:xfrm>
          <a:prstGeom prst="round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b="1" dirty="0">
                <a:solidFill>
                  <a:srgbClr val="FFFFFF"/>
                </a:solidFill>
              </a:rPr>
              <a:t>❌  BEFORE (Legacy)</a:t>
            </a:r>
          </a:p>
        </p:txBody>
      </p:sp>
      <p:sp>
        <p:nvSpPr>
          <p:cNvPr id="7" name="Rounded Rectangle 6"/>
          <p:cNvSpPr/>
          <p:nvPr/>
        </p:nvSpPr>
        <p:spPr>
          <a:xfrm>
            <a:off x="2438400" y="2752976"/>
            <a:ext cx="3840480" cy="1005840"/>
          </a:xfrm>
          <a:prstGeom prst="roundRect">
            <a:avLst/>
          </a:prstGeom>
          <a:solidFill>
            <a:srgbClr val="F1F3F4"/>
          </a:solidFill>
          <a:ln w="12700">
            <a:solidFill>
              <a:srgbClr val="EA4335"/>
            </a:solid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spcBef>
                <a:spcPts val="300"/>
              </a:spcBef>
            </a:pPr>
            <a:r>
              <a:rPr b="0" i="0" dirty="0">
                <a:solidFill>
                  <a:srgbClr val="333333"/>
                </a:solidFill>
              </a:rPr>
              <a:t>• Proprietary .ko kernel modules</a:t>
            </a:r>
          </a:p>
          <a:p>
            <a:pPr>
              <a:spcBef>
                <a:spcPts val="300"/>
              </a:spcBef>
            </a:pPr>
            <a:r>
              <a:rPr b="0" i="0" dirty="0">
                <a:solidFill>
                  <a:srgbClr val="333333"/>
                </a:solidFill>
              </a:rPr>
              <a:t>• </a:t>
            </a:r>
            <a:r>
              <a:rPr b="0" i="0" dirty="0" err="1">
                <a:solidFill>
                  <a:srgbClr val="333333"/>
                </a:solidFill>
              </a:rPr>
              <a:t>nvidia-peermem</a:t>
            </a:r>
            <a:r>
              <a:rPr b="0" i="0" dirty="0">
                <a:solidFill>
                  <a:srgbClr val="333333"/>
                </a:solidFill>
              </a:rPr>
              <a:t> for </a:t>
            </a:r>
            <a:r>
              <a:rPr b="0" i="0" dirty="0" err="1">
                <a:solidFill>
                  <a:srgbClr val="333333"/>
                </a:solidFill>
              </a:rPr>
              <a:t>GPUDirect</a:t>
            </a:r>
            <a:endParaRPr b="0" i="0" dirty="0">
              <a:solidFill>
                <a:srgbClr val="333333"/>
              </a:solidFill>
            </a:endParaRPr>
          </a:p>
          <a:p>
            <a:pPr>
              <a:spcBef>
                <a:spcPts val="300"/>
              </a:spcBef>
            </a:pPr>
            <a:r>
              <a:rPr b="0" i="0" dirty="0">
                <a:solidFill>
                  <a:srgbClr val="EA4335"/>
                </a:solidFill>
              </a:rPr>
              <a:t>• Tight coupling → upgrade fragility</a:t>
            </a:r>
          </a:p>
        </p:txBody>
      </p:sp>
      <p:sp>
        <p:nvSpPr>
          <p:cNvPr id="8" name="Rounded Rectangle 7"/>
          <p:cNvSpPr/>
          <p:nvPr/>
        </p:nvSpPr>
        <p:spPr>
          <a:xfrm>
            <a:off x="6553200" y="2387216"/>
            <a:ext cx="3840480" cy="365760"/>
          </a:xfrm>
          <a:prstGeom prst="round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b="1" dirty="0">
                <a:solidFill>
                  <a:srgbClr val="FFFFFF"/>
                </a:solidFill>
              </a:rPr>
              <a:t>✅  AFTER (Current)</a:t>
            </a:r>
          </a:p>
        </p:txBody>
      </p:sp>
      <p:sp>
        <p:nvSpPr>
          <p:cNvPr id="9" name="Rounded Rectangle 8"/>
          <p:cNvSpPr/>
          <p:nvPr/>
        </p:nvSpPr>
        <p:spPr>
          <a:xfrm>
            <a:off x="6553200" y="2752976"/>
            <a:ext cx="3840480" cy="1005840"/>
          </a:xfrm>
          <a:prstGeom prst="roundRect">
            <a:avLst/>
          </a:prstGeom>
          <a:solidFill>
            <a:srgbClr val="E8F5E9"/>
          </a:solidFill>
          <a:ln w="12700">
            <a:solidFill>
              <a:srgbClr val="34A853"/>
            </a:solid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spcBef>
                <a:spcPts val="300"/>
              </a:spcBef>
            </a:pPr>
            <a:r>
              <a:rPr b="0" i="0" dirty="0">
                <a:solidFill>
                  <a:srgbClr val="333333"/>
                </a:solidFill>
              </a:rPr>
              <a:t>• Open kernel modules (in-tree)</a:t>
            </a:r>
          </a:p>
          <a:p>
            <a:pPr>
              <a:spcBef>
                <a:spcPts val="300"/>
              </a:spcBef>
            </a:pPr>
            <a:r>
              <a:rPr b="0" i="0" dirty="0">
                <a:solidFill>
                  <a:srgbClr val="333333"/>
                </a:solidFill>
              </a:rPr>
              <a:t>• DMA-BUF (upstream, kernel ≥ 6.x)</a:t>
            </a:r>
          </a:p>
          <a:p>
            <a:pPr>
              <a:spcBef>
                <a:spcPts val="300"/>
              </a:spcBef>
            </a:pPr>
            <a:r>
              <a:rPr b="0" i="0" dirty="0">
                <a:solidFill>
                  <a:srgbClr val="34A853"/>
                </a:solidFill>
              </a:rPr>
              <a:t>• Decoupled → safer upgrades</a:t>
            </a:r>
          </a:p>
        </p:txBody>
      </p:sp>
      <p:sp>
        <p:nvSpPr>
          <p:cNvPr id="10" name="Right Arrow 9"/>
          <p:cNvSpPr/>
          <p:nvPr/>
        </p:nvSpPr>
        <p:spPr>
          <a:xfrm>
            <a:off x="6187440" y="3027296"/>
            <a:ext cx="320040" cy="228600"/>
          </a:xfrm>
          <a:prstGeom prst="rightArrow">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Image 2" descr="/mnt/data/assets/dell.png">
            <a:extLst>
              <a:ext uri="{FF2B5EF4-FFF2-40B4-BE49-F238E27FC236}">
                <a16:creationId xmlns:a16="http://schemas.microsoft.com/office/drawing/2014/main" id="{98EA1075-E7F8-D772-382C-5DAC6BC55AED}"/>
              </a:ext>
            </a:extLst>
          </p:cNvPr>
          <p:cNvPicPr>
            <a:picLocks noChangeAspect="1"/>
          </p:cNvPicPr>
          <p:nvPr/>
        </p:nvPicPr>
        <p:blipFill>
          <a:blip r:embed="rId3"/>
          <a:stretch>
            <a:fillRect/>
          </a:stretch>
        </p:blipFill>
        <p:spPr>
          <a:xfrm>
            <a:off x="559602" y="6178550"/>
            <a:ext cx="650894" cy="377190"/>
          </a:xfrm>
          <a:prstGeom prst="rect">
            <a:avLst/>
          </a:prstGeom>
        </p:spPr>
      </p:pic>
      <p:pic>
        <p:nvPicPr>
          <p:cNvPr id="5" name="Picture 4">
            <a:extLst>
              <a:ext uri="{FF2B5EF4-FFF2-40B4-BE49-F238E27FC236}">
                <a16:creationId xmlns:a16="http://schemas.microsoft.com/office/drawing/2014/main" id="{CFAD1E6A-273A-8C41-04EF-25EA8EFE9B99}"/>
              </a:ext>
            </a:extLst>
          </p:cNvPr>
          <p:cNvPicPr>
            <a:picLocks noChangeAspect="1"/>
          </p:cNvPicPr>
          <p:nvPr/>
        </p:nvPicPr>
        <p:blipFill>
          <a:blip r:embed="rId4"/>
          <a:srcRect t="28238" b="22983"/>
          <a:stretch>
            <a:fillRect/>
          </a:stretch>
        </p:blipFill>
        <p:spPr>
          <a:xfrm>
            <a:off x="559602" y="5827500"/>
            <a:ext cx="650894" cy="3175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400" b="1" dirty="0">
                <a:solidFill>
                  <a:srgbClr val="FF0000"/>
                </a:solidFill>
              </a:rPr>
              <a:t>⚖️ Fairness: make </a:t>
            </a:r>
            <a:r>
              <a:rPr lang="en-US" sz="2400" b="1" dirty="0">
                <a:solidFill>
                  <a:srgbClr val="FF0000"/>
                </a:solidFill>
              </a:rPr>
              <a:t>C</a:t>
            </a:r>
            <a:r>
              <a:rPr sz="2400" b="1" dirty="0">
                <a:solidFill>
                  <a:srgbClr val="FF0000"/>
                </a:solidFill>
              </a:rPr>
              <a:t>ontention </a:t>
            </a:r>
            <a:r>
              <a:rPr lang="en-US" sz="2400" b="1" dirty="0">
                <a:solidFill>
                  <a:srgbClr val="FF0000"/>
                </a:solidFill>
              </a:rPr>
              <a:t>D</a:t>
            </a:r>
            <a:r>
              <a:rPr sz="2400" b="1" dirty="0">
                <a:solidFill>
                  <a:srgbClr val="FF0000"/>
                </a:solidFill>
              </a:rPr>
              <a:t>eterministic</a:t>
            </a:r>
          </a:p>
        </p:txBody>
      </p:sp>
      <p:sp>
        <p:nvSpPr>
          <p:cNvPr id="3" name="Text Placeholder 2"/>
          <p:cNvSpPr>
            <a:spLocks noGrp="1"/>
          </p:cNvSpPr>
          <p:nvPr>
            <p:ph type="body" idx="1"/>
          </p:nvPr>
        </p:nvSpPr>
        <p:spPr>
          <a:xfrm>
            <a:off x="2364376" y="2073679"/>
            <a:ext cx="9522823" cy="816300"/>
          </a:xfrm>
        </p:spPr>
        <p:txBody>
          <a:bodyPr/>
          <a:lstStyle/>
          <a:p>
            <a:endParaRPr sz="2000" dirty="0"/>
          </a:p>
          <a:p>
            <a:pPr marL="114300" indent="0">
              <a:spcBef>
                <a:spcPts val="200"/>
              </a:spcBef>
              <a:buNone/>
            </a:pPr>
            <a:r>
              <a:rPr sz="2000" b="1" i="0" dirty="0">
                <a:solidFill>
                  <a:srgbClr val="EA4335"/>
                </a:solidFill>
              </a:rPr>
              <a:t>Without explicit rules, the loudest team wins.</a:t>
            </a:r>
          </a:p>
          <a:p>
            <a:pPr>
              <a:spcBef>
                <a:spcPts val="300"/>
              </a:spcBef>
            </a:pPr>
            <a:r>
              <a:rPr sz="2000" b="0" i="0" dirty="0">
                <a:solidFill>
                  <a:srgbClr val="333333"/>
                </a:solidFill>
              </a:rPr>
              <a:t>Per-tenant GPU caps (hard quotas, not just requests)</a:t>
            </a:r>
          </a:p>
          <a:p>
            <a:pPr>
              <a:spcBef>
                <a:spcPts val="300"/>
              </a:spcBef>
            </a:pPr>
            <a:r>
              <a:rPr sz="2000" b="1" dirty="0" err="1">
                <a:solidFill>
                  <a:srgbClr val="1A73E8"/>
                </a:solidFill>
              </a:rPr>
              <a:t>PriorityClasses</a:t>
            </a:r>
            <a:r>
              <a:rPr sz="2000" b="1" dirty="0">
                <a:solidFill>
                  <a:srgbClr val="1A73E8"/>
                </a:solidFill>
              </a:rPr>
              <a:t>:</a:t>
            </a:r>
            <a:r>
              <a:rPr sz="2000" b="0" dirty="0"/>
              <a:t> training &gt; batch, serving &gt; interactive</a:t>
            </a:r>
          </a:p>
          <a:p>
            <a:pPr>
              <a:spcBef>
                <a:spcPts val="300"/>
              </a:spcBef>
            </a:pPr>
            <a:r>
              <a:rPr sz="2000" b="0" i="0" dirty="0">
                <a:solidFill>
                  <a:srgbClr val="333333"/>
                </a:solidFill>
              </a:rPr>
              <a:t>Explicit preemption posture: who can evict whom</a:t>
            </a:r>
          </a:p>
          <a:p>
            <a:pPr>
              <a:spcBef>
                <a:spcPts val="300"/>
              </a:spcBef>
            </a:pPr>
            <a:r>
              <a:rPr sz="2000" b="0" i="0" dirty="0">
                <a:solidFill>
                  <a:srgbClr val="333333"/>
                </a:solidFill>
              </a:rPr>
              <a:t>Scheduling constraints: labels, affinity, taints, tolerations</a:t>
            </a:r>
          </a:p>
          <a:p>
            <a:pPr>
              <a:spcBef>
                <a:spcPts val="300"/>
              </a:spcBef>
            </a:pPr>
            <a:r>
              <a:rPr sz="2000" b="1" dirty="0">
                <a:solidFill>
                  <a:srgbClr val="1A73E8"/>
                </a:solidFill>
              </a:rPr>
              <a:t>KAI Scheduler</a:t>
            </a:r>
            <a:r>
              <a:rPr sz="2000" b="0" dirty="0"/>
              <a:t> for GPU-aware scheduling + visibility</a:t>
            </a:r>
          </a:p>
        </p:txBody>
      </p:sp>
      <p:sp>
        <p:nvSpPr>
          <p:cNvPr id="6" name="Rounded Rectangle 5"/>
          <p:cNvSpPr/>
          <p:nvPr/>
        </p:nvSpPr>
        <p:spPr>
          <a:xfrm>
            <a:off x="2821577" y="3814354"/>
            <a:ext cx="6858000" cy="301752"/>
          </a:xfrm>
          <a:prstGeom prst="round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000" b="1">
                <a:solidFill>
                  <a:srgbClr val="FFFFFF"/>
                </a:solidFill>
              </a:rPr>
              <a:t>P0 — Training</a:t>
            </a:r>
          </a:p>
        </p:txBody>
      </p:sp>
      <p:sp>
        <p:nvSpPr>
          <p:cNvPr id="7" name="Rounded Rectangle 6"/>
          <p:cNvSpPr/>
          <p:nvPr/>
        </p:nvSpPr>
        <p:spPr>
          <a:xfrm>
            <a:off x="2821577" y="4161826"/>
            <a:ext cx="5486400" cy="301752"/>
          </a:xfrm>
          <a:prstGeom prst="roundRect">
            <a:avLst/>
          </a:prstGeom>
          <a:solidFill>
            <a:srgbClr val="F57C00"/>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000" b="1">
                <a:solidFill>
                  <a:srgbClr val="FFFFFF"/>
                </a:solidFill>
              </a:rPr>
              <a:t>P1 — Serving</a:t>
            </a:r>
          </a:p>
        </p:txBody>
      </p:sp>
      <p:sp>
        <p:nvSpPr>
          <p:cNvPr id="8" name="Rounded Rectangle 7"/>
          <p:cNvSpPr/>
          <p:nvPr/>
        </p:nvSpPr>
        <p:spPr>
          <a:xfrm>
            <a:off x="2821577" y="4509298"/>
            <a:ext cx="4114800" cy="301752"/>
          </a:xfrm>
          <a:prstGeom prst="roundRect">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000" b="1">
                <a:solidFill>
                  <a:srgbClr val="FFFFFF"/>
                </a:solidFill>
              </a:rPr>
              <a:t>P2 — Batch</a:t>
            </a:r>
          </a:p>
        </p:txBody>
      </p:sp>
      <p:sp>
        <p:nvSpPr>
          <p:cNvPr id="9" name="Rounded Rectangle 8"/>
          <p:cNvSpPr/>
          <p:nvPr/>
        </p:nvSpPr>
        <p:spPr>
          <a:xfrm>
            <a:off x="2821577" y="4856770"/>
            <a:ext cx="2743200" cy="301752"/>
          </a:xfrm>
          <a:prstGeom prst="roundRect">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000" b="1">
                <a:solidFill>
                  <a:srgbClr val="FFFFFF"/>
                </a:solidFill>
              </a:rPr>
              <a:t>P3 — Interactive</a:t>
            </a:r>
          </a:p>
        </p:txBody>
      </p:sp>
      <p:pic>
        <p:nvPicPr>
          <p:cNvPr id="4" name="Image 2" descr="/mnt/data/assets/dell.png">
            <a:extLst>
              <a:ext uri="{FF2B5EF4-FFF2-40B4-BE49-F238E27FC236}">
                <a16:creationId xmlns:a16="http://schemas.microsoft.com/office/drawing/2014/main" id="{D96DF5EA-ABE3-02A1-FEFA-5C6306CF13B2}"/>
              </a:ext>
            </a:extLst>
          </p:cNvPr>
          <p:cNvPicPr>
            <a:picLocks noChangeAspect="1"/>
          </p:cNvPicPr>
          <p:nvPr/>
        </p:nvPicPr>
        <p:blipFill>
          <a:blip r:embed="rId3"/>
          <a:stretch>
            <a:fillRect/>
          </a:stretch>
        </p:blipFill>
        <p:spPr>
          <a:xfrm>
            <a:off x="559602" y="6178550"/>
            <a:ext cx="650894" cy="377190"/>
          </a:xfrm>
          <a:prstGeom prst="rect">
            <a:avLst/>
          </a:prstGeom>
        </p:spPr>
      </p:pic>
      <p:pic>
        <p:nvPicPr>
          <p:cNvPr id="5" name="Picture 4">
            <a:extLst>
              <a:ext uri="{FF2B5EF4-FFF2-40B4-BE49-F238E27FC236}">
                <a16:creationId xmlns:a16="http://schemas.microsoft.com/office/drawing/2014/main" id="{6A8B561D-C17C-371E-2EE3-D06520FFA699}"/>
              </a:ext>
            </a:extLst>
          </p:cNvPr>
          <p:cNvPicPr>
            <a:picLocks noChangeAspect="1"/>
          </p:cNvPicPr>
          <p:nvPr/>
        </p:nvPicPr>
        <p:blipFill>
          <a:blip r:embed="rId4"/>
          <a:srcRect t="28238" b="22983"/>
          <a:stretch>
            <a:fillRect/>
          </a:stretch>
        </p:blipFill>
        <p:spPr>
          <a:xfrm>
            <a:off x="559602" y="5827500"/>
            <a:ext cx="650894" cy="3175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400" b="1" dirty="0">
                <a:solidFill>
                  <a:srgbClr val="FF0000"/>
                </a:solidFill>
              </a:rPr>
              <a:t>⚡ Efficiency: outcomes per GPU-hour</a:t>
            </a:r>
          </a:p>
        </p:txBody>
      </p:sp>
      <p:sp>
        <p:nvSpPr>
          <p:cNvPr id="3" name="Text Placeholder 2"/>
          <p:cNvSpPr>
            <a:spLocks noGrp="1"/>
          </p:cNvSpPr>
          <p:nvPr>
            <p:ph type="body" idx="1"/>
          </p:nvPr>
        </p:nvSpPr>
        <p:spPr>
          <a:xfrm>
            <a:off x="2600244" y="3241012"/>
            <a:ext cx="8890716" cy="816300"/>
          </a:xfrm>
        </p:spPr>
        <p:txBody>
          <a:bodyPr/>
          <a:lstStyle/>
          <a:p>
            <a:endParaRPr sz="2000" dirty="0"/>
          </a:p>
          <a:p>
            <a:pPr marL="114300" indent="0">
              <a:spcBef>
                <a:spcPts val="200"/>
              </a:spcBef>
              <a:buNone/>
            </a:pPr>
            <a:r>
              <a:rPr lang="en-US" sz="2000" b="1" i="0" dirty="0">
                <a:solidFill>
                  <a:srgbClr val="333333"/>
                </a:solidFill>
              </a:rPr>
              <a:t>Time Slicing vs </a:t>
            </a:r>
            <a:r>
              <a:rPr sz="2000" b="1" i="0" dirty="0">
                <a:solidFill>
                  <a:srgbClr val="333333"/>
                </a:solidFill>
              </a:rPr>
              <a:t>MIG vs full GPU decision matrix:</a:t>
            </a:r>
            <a:endParaRPr lang="it-IT" sz="2000" b="1" i="0" dirty="0">
              <a:solidFill>
                <a:srgbClr val="333333"/>
              </a:solidFill>
            </a:endParaRPr>
          </a:p>
          <a:p>
            <a:pPr marL="114300" indent="0">
              <a:spcBef>
                <a:spcPts val="200"/>
              </a:spcBef>
              <a:buNone/>
            </a:pPr>
            <a:endParaRPr lang="en-GB" sz="2000" b="1" dirty="0">
              <a:solidFill>
                <a:srgbClr val="333333"/>
              </a:solidFill>
            </a:endParaRPr>
          </a:p>
          <a:p>
            <a:pPr marL="114300" indent="0">
              <a:spcBef>
                <a:spcPts val="200"/>
              </a:spcBef>
              <a:buNone/>
            </a:pPr>
            <a:endParaRPr lang="en-US" sz="2000" b="1" i="0" dirty="0">
              <a:solidFill>
                <a:srgbClr val="333333"/>
              </a:solidFill>
            </a:endParaRPr>
          </a:p>
          <a:p>
            <a:pPr>
              <a:spcBef>
                <a:spcPts val="200"/>
              </a:spcBef>
            </a:pPr>
            <a:endParaRPr lang="en-US" sz="2000" b="1" dirty="0">
              <a:solidFill>
                <a:srgbClr val="333333"/>
              </a:solidFill>
            </a:endParaRPr>
          </a:p>
          <a:p>
            <a:pPr>
              <a:spcBef>
                <a:spcPts val="200"/>
              </a:spcBef>
            </a:pPr>
            <a:endParaRPr lang="en-US" sz="2000" b="1" i="0" dirty="0">
              <a:solidFill>
                <a:srgbClr val="333333"/>
              </a:solidFill>
            </a:endParaRPr>
          </a:p>
          <a:p>
            <a:pPr>
              <a:spcBef>
                <a:spcPts val="200"/>
              </a:spcBef>
            </a:pPr>
            <a:endParaRPr sz="2000" b="1" i="0" dirty="0">
              <a:solidFill>
                <a:srgbClr val="333333"/>
              </a:solidFill>
            </a:endParaRPr>
          </a:p>
          <a:p>
            <a:pPr>
              <a:spcBef>
                <a:spcPts val="200"/>
              </a:spcBef>
            </a:pPr>
            <a:endParaRPr sz="2000" b="1" i="0" dirty="0">
              <a:solidFill>
                <a:srgbClr val="333333"/>
              </a:solidFill>
            </a:endParaRPr>
          </a:p>
          <a:p>
            <a:pPr>
              <a:spcBef>
                <a:spcPts val="200"/>
              </a:spcBef>
            </a:pPr>
            <a:endParaRPr sz="2000" b="1" i="0" dirty="0">
              <a:solidFill>
                <a:srgbClr val="333333"/>
              </a:solidFill>
            </a:endParaRPr>
          </a:p>
          <a:p>
            <a:pPr marL="114300" indent="0">
              <a:spcBef>
                <a:spcPts val="400"/>
              </a:spcBef>
              <a:buNone/>
            </a:pPr>
            <a:r>
              <a:rPr sz="2000" b="1" i="0" dirty="0">
                <a:solidFill>
                  <a:srgbClr val="333333"/>
                </a:solidFill>
              </a:rPr>
              <a:t>IO tuning on bare metal:</a:t>
            </a:r>
            <a:r>
              <a:rPr lang="en-US" sz="2000" b="1" i="0" dirty="0">
                <a:solidFill>
                  <a:srgbClr val="333333"/>
                </a:solidFill>
              </a:rPr>
              <a:t> </a:t>
            </a:r>
            <a:r>
              <a:rPr sz="2000" b="1" dirty="0" err="1">
                <a:solidFill>
                  <a:srgbClr val="F57C00"/>
                </a:solidFill>
              </a:rPr>
              <a:t>GPUDirect</a:t>
            </a:r>
            <a:r>
              <a:rPr sz="2000" b="1" dirty="0">
                <a:solidFill>
                  <a:srgbClr val="F57C00"/>
                </a:solidFill>
              </a:rPr>
              <a:t> RDMA via DMA-BUF</a:t>
            </a:r>
            <a:r>
              <a:rPr sz="2000" b="0" dirty="0"/>
              <a:t> </a:t>
            </a:r>
            <a:r>
              <a:rPr lang="en-US" sz="2000" b="0" dirty="0"/>
              <a:t>over InfiniBand / RoCE and </a:t>
            </a:r>
            <a:r>
              <a:rPr lang="en-US" sz="2000" b="0" dirty="0" err="1"/>
              <a:t>GPUDirect</a:t>
            </a:r>
            <a:r>
              <a:rPr lang="en-US" sz="2000" b="0" dirty="0"/>
              <a:t> Storage (GDS)</a:t>
            </a:r>
          </a:p>
          <a:p>
            <a:pPr marL="114300" indent="0">
              <a:spcBef>
                <a:spcPts val="400"/>
              </a:spcBef>
              <a:buNone/>
            </a:pPr>
            <a:r>
              <a:rPr lang="en-US" sz="2000" b="1" dirty="0"/>
              <a:t>Future plans:</a:t>
            </a:r>
            <a:endParaRPr sz="2000" b="1" dirty="0"/>
          </a:p>
          <a:p>
            <a:pPr>
              <a:spcBef>
                <a:spcPts val="300"/>
              </a:spcBef>
            </a:pPr>
            <a:r>
              <a:rPr sz="2000" b="0" i="0" dirty="0">
                <a:solidFill>
                  <a:srgbClr val="333333"/>
                </a:solidFill>
              </a:rPr>
              <a:t>NVLink-aware placement for multi-GPU training</a:t>
            </a:r>
          </a:p>
          <a:p>
            <a:pPr>
              <a:spcBef>
                <a:spcPts val="300"/>
              </a:spcBef>
            </a:pPr>
            <a:r>
              <a:rPr sz="2000" b="0" i="0" dirty="0">
                <a:solidFill>
                  <a:srgbClr val="333333"/>
                </a:solidFill>
              </a:rPr>
              <a:t>Scale on queue depth + GPU saturation, not raw util</a:t>
            </a:r>
          </a:p>
        </p:txBody>
      </p:sp>
      <p:sp>
        <p:nvSpPr>
          <p:cNvPr id="6" name="Rounded Rectangle 5"/>
          <p:cNvSpPr/>
          <p:nvPr/>
        </p:nvSpPr>
        <p:spPr>
          <a:xfrm>
            <a:off x="2202265" y="2294439"/>
            <a:ext cx="3200400" cy="411480"/>
          </a:xfrm>
          <a:prstGeom prst="round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spcBef>
                <a:spcPts val="0"/>
              </a:spcBef>
              <a:spcAft>
                <a:spcPts val="0"/>
              </a:spcAft>
            </a:pPr>
            <a:r>
              <a:rPr b="1" dirty="0">
                <a:solidFill>
                  <a:srgbClr val="FFFFFF"/>
                </a:solidFill>
              </a:rPr>
              <a:t>🟢 </a:t>
            </a:r>
            <a:r>
              <a:rPr lang="it-IT" b="1" dirty="0">
                <a:solidFill>
                  <a:srgbClr val="FFFFFF"/>
                </a:solidFill>
              </a:rPr>
              <a:t> </a:t>
            </a:r>
            <a:r>
              <a:rPr b="1" dirty="0">
                <a:solidFill>
                  <a:srgbClr val="FFFFFF"/>
                </a:solidFill>
              </a:rPr>
              <a:t>Interactive / Notebooks</a:t>
            </a:r>
          </a:p>
        </p:txBody>
      </p:sp>
      <p:sp>
        <p:nvSpPr>
          <p:cNvPr id="7" name="Rounded Rectangle 6"/>
          <p:cNvSpPr/>
          <p:nvPr/>
        </p:nvSpPr>
        <p:spPr>
          <a:xfrm>
            <a:off x="5494105" y="2294439"/>
            <a:ext cx="4754880" cy="411480"/>
          </a:xfrm>
          <a:prstGeom prst="roundRect">
            <a:avLst/>
          </a:prstGeom>
          <a:solidFill>
            <a:srgbClr val="F1F3F4"/>
          </a:solidFill>
          <a:ln w="12700">
            <a:solidFill>
              <a:srgbClr val="34A853"/>
            </a:solid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lang="en-US" b="0" dirty="0">
                <a:solidFill>
                  <a:srgbClr val="333333"/>
                </a:solidFill>
              </a:rPr>
              <a:t>Time slicing vs </a:t>
            </a:r>
            <a:r>
              <a:rPr b="0" dirty="0">
                <a:solidFill>
                  <a:srgbClr val="333333"/>
                </a:solidFill>
              </a:rPr>
              <a:t>MIG slices — fast starts, fair sharing</a:t>
            </a:r>
          </a:p>
        </p:txBody>
      </p:sp>
      <p:sp>
        <p:nvSpPr>
          <p:cNvPr id="8" name="Rounded Rectangle 7"/>
          <p:cNvSpPr/>
          <p:nvPr/>
        </p:nvSpPr>
        <p:spPr>
          <a:xfrm>
            <a:off x="2202265" y="2797359"/>
            <a:ext cx="3200400" cy="411480"/>
          </a:xfrm>
          <a:prstGeom prst="roundRect">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spcBef>
                <a:spcPts val="0"/>
              </a:spcBef>
              <a:spcAft>
                <a:spcPts val="0"/>
              </a:spcAft>
            </a:pPr>
            <a:r>
              <a:rPr b="1" dirty="0">
                <a:solidFill>
                  <a:srgbClr val="FFFFFF"/>
                </a:solidFill>
              </a:rPr>
              <a:t>🟡 </a:t>
            </a:r>
            <a:r>
              <a:rPr lang="it-IT" b="1" dirty="0">
                <a:solidFill>
                  <a:srgbClr val="FFFFFF"/>
                </a:solidFill>
              </a:rPr>
              <a:t> </a:t>
            </a:r>
            <a:r>
              <a:rPr b="1" dirty="0">
                <a:solidFill>
                  <a:srgbClr val="FFFFFF"/>
                </a:solidFill>
              </a:rPr>
              <a:t>Training</a:t>
            </a:r>
          </a:p>
        </p:txBody>
      </p:sp>
      <p:sp>
        <p:nvSpPr>
          <p:cNvPr id="9" name="Rounded Rectangle 8"/>
          <p:cNvSpPr/>
          <p:nvPr/>
        </p:nvSpPr>
        <p:spPr>
          <a:xfrm>
            <a:off x="5494105" y="2797359"/>
            <a:ext cx="4754880" cy="411480"/>
          </a:xfrm>
          <a:prstGeom prst="roundRect">
            <a:avLst/>
          </a:prstGeom>
          <a:solidFill>
            <a:srgbClr val="F1F3F4"/>
          </a:solidFill>
          <a:ln w="12700">
            <a:solidFill>
              <a:srgbClr val="FBBC04"/>
            </a:solid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r>
              <a:rPr lang="en-US" dirty="0">
                <a:solidFill>
                  <a:srgbClr val="333333"/>
                </a:solidFill>
              </a:rPr>
              <a:t>Time slicing vs </a:t>
            </a:r>
            <a:r>
              <a:rPr b="0" dirty="0">
                <a:solidFill>
                  <a:srgbClr val="333333"/>
                </a:solidFill>
              </a:rPr>
              <a:t>Full GPU — avoid memory fragmentation</a:t>
            </a:r>
          </a:p>
        </p:txBody>
      </p:sp>
      <p:sp>
        <p:nvSpPr>
          <p:cNvPr id="10" name="Rounded Rectangle 9"/>
          <p:cNvSpPr/>
          <p:nvPr/>
        </p:nvSpPr>
        <p:spPr>
          <a:xfrm>
            <a:off x="2202265" y="3300279"/>
            <a:ext cx="3200400" cy="411480"/>
          </a:xfrm>
          <a:prstGeom prst="round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spcBef>
                <a:spcPts val="0"/>
              </a:spcBef>
              <a:spcAft>
                <a:spcPts val="0"/>
              </a:spcAft>
            </a:pPr>
            <a:r>
              <a:rPr b="1" dirty="0">
                <a:solidFill>
                  <a:srgbClr val="FFFFFF"/>
                </a:solidFill>
              </a:rPr>
              <a:t>🔵</a:t>
            </a:r>
            <a:r>
              <a:rPr lang="it-IT" b="1" dirty="0">
                <a:solidFill>
                  <a:srgbClr val="FFFFFF"/>
                </a:solidFill>
              </a:rPr>
              <a:t> </a:t>
            </a:r>
            <a:r>
              <a:rPr b="1" dirty="0">
                <a:solidFill>
                  <a:srgbClr val="FFFFFF"/>
                </a:solidFill>
              </a:rPr>
              <a:t> Inference</a:t>
            </a:r>
          </a:p>
        </p:txBody>
      </p:sp>
      <p:sp>
        <p:nvSpPr>
          <p:cNvPr id="11" name="Rounded Rectangle 10"/>
          <p:cNvSpPr/>
          <p:nvPr/>
        </p:nvSpPr>
        <p:spPr>
          <a:xfrm>
            <a:off x="5494105" y="3300279"/>
            <a:ext cx="4754880" cy="411480"/>
          </a:xfrm>
          <a:prstGeom prst="roundRect">
            <a:avLst/>
          </a:prstGeom>
          <a:solidFill>
            <a:srgbClr val="F1F3F4"/>
          </a:solidFill>
          <a:ln w="12700">
            <a:solidFill>
              <a:srgbClr val="1A73E8"/>
            </a:solid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r>
              <a:rPr lang="en-US" dirty="0">
                <a:solidFill>
                  <a:srgbClr val="333333"/>
                </a:solidFill>
              </a:rPr>
              <a:t>Time slicing vs </a:t>
            </a:r>
            <a:r>
              <a:rPr b="0" dirty="0">
                <a:solidFill>
                  <a:srgbClr val="333333"/>
                </a:solidFill>
              </a:rPr>
              <a:t>MIG for predictability, full GPU for peak</a:t>
            </a:r>
          </a:p>
        </p:txBody>
      </p:sp>
      <p:pic>
        <p:nvPicPr>
          <p:cNvPr id="4" name="Image 2" descr="/mnt/data/assets/dell.png">
            <a:extLst>
              <a:ext uri="{FF2B5EF4-FFF2-40B4-BE49-F238E27FC236}">
                <a16:creationId xmlns:a16="http://schemas.microsoft.com/office/drawing/2014/main" id="{1677E862-5C7A-FD8D-BB51-FDD0D0B9C9E5}"/>
              </a:ext>
            </a:extLst>
          </p:cNvPr>
          <p:cNvPicPr>
            <a:picLocks noChangeAspect="1"/>
          </p:cNvPicPr>
          <p:nvPr/>
        </p:nvPicPr>
        <p:blipFill>
          <a:blip r:embed="rId3"/>
          <a:stretch>
            <a:fillRect/>
          </a:stretch>
        </p:blipFill>
        <p:spPr>
          <a:xfrm>
            <a:off x="559602" y="6178550"/>
            <a:ext cx="650894" cy="377190"/>
          </a:xfrm>
          <a:prstGeom prst="rect">
            <a:avLst/>
          </a:prstGeom>
        </p:spPr>
      </p:pic>
      <p:pic>
        <p:nvPicPr>
          <p:cNvPr id="5" name="Picture 4">
            <a:extLst>
              <a:ext uri="{FF2B5EF4-FFF2-40B4-BE49-F238E27FC236}">
                <a16:creationId xmlns:a16="http://schemas.microsoft.com/office/drawing/2014/main" id="{ED215017-6D3E-F49E-F0D7-3BC861F960B2}"/>
              </a:ext>
            </a:extLst>
          </p:cNvPr>
          <p:cNvPicPr>
            <a:picLocks noChangeAspect="1"/>
          </p:cNvPicPr>
          <p:nvPr/>
        </p:nvPicPr>
        <p:blipFill>
          <a:blip r:embed="rId4"/>
          <a:srcRect t="28238" b="22983"/>
          <a:stretch>
            <a:fillRect/>
          </a:stretch>
        </p:blipFill>
        <p:spPr>
          <a:xfrm>
            <a:off x="559602" y="5827500"/>
            <a:ext cx="650894" cy="3175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400" b="1" dirty="0">
                <a:solidFill>
                  <a:srgbClr val="FF0000"/>
                </a:solidFill>
              </a:rPr>
              <a:t>🔄 The upgrade plan IS the platform</a:t>
            </a:r>
          </a:p>
        </p:txBody>
      </p:sp>
      <p:sp>
        <p:nvSpPr>
          <p:cNvPr id="3" name="Text Placeholder 2"/>
          <p:cNvSpPr>
            <a:spLocks noGrp="1"/>
          </p:cNvSpPr>
          <p:nvPr>
            <p:ph type="body" idx="1"/>
          </p:nvPr>
        </p:nvSpPr>
        <p:spPr>
          <a:xfrm>
            <a:off x="2356167" y="3131291"/>
            <a:ext cx="5148900" cy="816300"/>
          </a:xfrm>
        </p:spPr>
        <p:txBody>
          <a:bodyPr/>
          <a:lstStyle/>
          <a:p>
            <a:endParaRPr/>
          </a:p>
          <a:p>
            <a:pPr>
              <a:spcBef>
                <a:spcPts val="200"/>
              </a:spcBef>
            </a:pPr>
            <a:r>
              <a:rPr sz="1300" b="1" i="0">
                <a:solidFill>
                  <a:srgbClr val="333333"/>
                </a:solidFill>
              </a:rPr>
              <a:t>Known-good matrix (all managed in Git):</a:t>
            </a:r>
          </a:p>
          <a:p>
            <a:pPr>
              <a:spcBef>
                <a:spcPts val="200"/>
              </a:spcBef>
            </a:pPr>
            <a:endParaRPr sz="1300" b="1" i="0">
              <a:solidFill>
                <a:srgbClr val="333333"/>
              </a:solidFill>
            </a:endParaRPr>
          </a:p>
          <a:p>
            <a:pPr>
              <a:spcBef>
                <a:spcPts val="200"/>
              </a:spcBef>
            </a:pPr>
            <a:endParaRPr sz="1300" b="1" i="0">
              <a:solidFill>
                <a:srgbClr val="333333"/>
              </a:solidFill>
            </a:endParaRPr>
          </a:p>
          <a:p>
            <a:pPr>
              <a:spcBef>
                <a:spcPts val="200"/>
              </a:spcBef>
            </a:pPr>
            <a:endParaRPr sz="1300" b="1" i="0">
              <a:solidFill>
                <a:srgbClr val="333333"/>
              </a:solidFill>
            </a:endParaRPr>
          </a:p>
          <a:p>
            <a:pPr>
              <a:spcBef>
                <a:spcPts val="400"/>
              </a:spcBef>
            </a:pPr>
            <a:r>
              <a:rPr sz="1300" b="1" i="0">
                <a:solidFill>
                  <a:srgbClr val="333333"/>
                </a:solidFill>
              </a:rPr>
              <a:t>Upgrade flow:</a:t>
            </a:r>
          </a:p>
          <a:p>
            <a:pPr>
              <a:spcBef>
                <a:spcPts val="200"/>
              </a:spcBef>
            </a:pPr>
            <a:endParaRPr sz="1300" b="1" i="0">
              <a:solidFill>
                <a:srgbClr val="333333"/>
              </a:solidFill>
            </a:endParaRPr>
          </a:p>
          <a:p>
            <a:pPr>
              <a:spcBef>
                <a:spcPts val="200"/>
              </a:spcBef>
            </a:pPr>
            <a:endParaRPr lang="en-US" sz="1300" b="1" i="0">
              <a:solidFill>
                <a:srgbClr val="333333"/>
              </a:solidFill>
            </a:endParaRPr>
          </a:p>
          <a:p>
            <a:pPr>
              <a:spcBef>
                <a:spcPts val="200"/>
              </a:spcBef>
            </a:pPr>
            <a:endParaRPr sz="1300" b="1" i="0">
              <a:solidFill>
                <a:srgbClr val="333333"/>
              </a:solidFill>
            </a:endParaRPr>
          </a:p>
          <a:p>
            <a:pPr marL="114300" indent="0">
              <a:spcBef>
                <a:spcPts val="600"/>
              </a:spcBef>
              <a:buNone/>
            </a:pPr>
            <a:r>
              <a:rPr sz="1300" b="1" i="0">
                <a:solidFill>
                  <a:srgbClr val="333333"/>
                </a:solidFill>
              </a:rPr>
              <a:t>Validation gate:</a:t>
            </a:r>
          </a:p>
          <a:p>
            <a:pPr marL="114300" indent="0">
              <a:spcBef>
                <a:spcPts val="300"/>
              </a:spcBef>
              <a:buNone/>
            </a:pPr>
            <a:r>
              <a:rPr sz="1200" b="0" i="0">
                <a:solidFill>
                  <a:srgbClr val="333333"/>
                </a:solidFill>
              </a:rPr>
              <a:t>✅ Smoke training · ✅ Smoke inference · ✅ RDMA health · ✅ GPU errors</a:t>
            </a:r>
          </a:p>
          <a:p>
            <a:pPr marL="114300" indent="0">
              <a:spcBef>
                <a:spcPts val="600"/>
              </a:spcBef>
              <a:buNone/>
            </a:pPr>
            <a:r>
              <a:rPr sz="1300" i="1">
                <a:solidFill>
                  <a:srgbClr val="0D47A1"/>
                </a:solidFill>
              </a:rPr>
              <a:t>▎ Rollback: Git revert → Argo CD auto-syncs previous known-good.</a:t>
            </a:r>
          </a:p>
        </p:txBody>
      </p:sp>
      <p:sp>
        <p:nvSpPr>
          <p:cNvPr id="6" name="Rounded Rectangle 5"/>
          <p:cNvSpPr/>
          <p:nvPr/>
        </p:nvSpPr>
        <p:spPr>
          <a:xfrm>
            <a:off x="2154873" y="2573339"/>
            <a:ext cx="1234440" cy="365760"/>
          </a:xfrm>
          <a:prstGeom prst="round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000" b="1">
                <a:solidFill>
                  <a:srgbClr val="FFFFFF"/>
                </a:solidFill>
              </a:rPr>
              <a:t>GPU Op</a:t>
            </a:r>
          </a:p>
        </p:txBody>
      </p:sp>
      <p:sp>
        <p:nvSpPr>
          <p:cNvPr id="7" name="Rounded Rectangle 6"/>
          <p:cNvSpPr/>
          <p:nvPr/>
        </p:nvSpPr>
        <p:spPr>
          <a:xfrm>
            <a:off x="3526473" y="2573339"/>
            <a:ext cx="1234440" cy="365760"/>
          </a:xfrm>
          <a:prstGeom prst="round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000" b="1">
                <a:solidFill>
                  <a:srgbClr val="FFFFFF"/>
                </a:solidFill>
              </a:rPr>
              <a:t>Net Op</a:t>
            </a:r>
          </a:p>
        </p:txBody>
      </p:sp>
      <p:sp>
        <p:nvSpPr>
          <p:cNvPr id="8" name="Rounded Rectangle 7"/>
          <p:cNvSpPr/>
          <p:nvPr/>
        </p:nvSpPr>
        <p:spPr>
          <a:xfrm>
            <a:off x="4898073" y="2573339"/>
            <a:ext cx="1234440" cy="365760"/>
          </a:xfrm>
          <a:prstGeom prst="round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000" b="1">
                <a:solidFill>
                  <a:srgbClr val="FFFFFF"/>
                </a:solidFill>
              </a:rPr>
              <a:t>Driver</a:t>
            </a:r>
          </a:p>
        </p:txBody>
      </p:sp>
      <p:sp>
        <p:nvSpPr>
          <p:cNvPr id="9" name="Rounded Rectangle 8"/>
          <p:cNvSpPr/>
          <p:nvPr/>
        </p:nvSpPr>
        <p:spPr>
          <a:xfrm>
            <a:off x="6269673" y="2573339"/>
            <a:ext cx="1234440" cy="365760"/>
          </a:xfrm>
          <a:prstGeom prst="roundRect">
            <a:avLst/>
          </a:prstGeom>
          <a:solidFill>
            <a:srgbClr val="7B1FA2"/>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000" b="1">
                <a:solidFill>
                  <a:srgbClr val="FFFFFF"/>
                </a:solidFill>
              </a:rPr>
              <a:t>CUDA</a:t>
            </a:r>
          </a:p>
        </p:txBody>
      </p:sp>
      <p:sp>
        <p:nvSpPr>
          <p:cNvPr id="10" name="Rounded Rectangle 9"/>
          <p:cNvSpPr/>
          <p:nvPr/>
        </p:nvSpPr>
        <p:spPr>
          <a:xfrm>
            <a:off x="7641273" y="2573339"/>
            <a:ext cx="1234440" cy="365760"/>
          </a:xfrm>
          <a:prstGeom prst="roundRect">
            <a:avLst/>
          </a:prstGeom>
          <a:solidFill>
            <a:srgbClr val="F57C00"/>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000" b="1">
                <a:solidFill>
                  <a:srgbClr val="FFFFFF"/>
                </a:solidFill>
              </a:rPr>
              <a:t>Firmware</a:t>
            </a:r>
          </a:p>
        </p:txBody>
      </p:sp>
      <p:sp>
        <p:nvSpPr>
          <p:cNvPr id="11" name="Rounded Rectangle 10"/>
          <p:cNvSpPr/>
          <p:nvPr/>
        </p:nvSpPr>
        <p:spPr>
          <a:xfrm>
            <a:off x="9012873" y="2573339"/>
            <a:ext cx="1234440" cy="365760"/>
          </a:xfrm>
          <a:prstGeom prst="round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000" b="1">
                <a:solidFill>
                  <a:srgbClr val="FFFFFF"/>
                </a:solidFill>
              </a:rPr>
              <a:t>SR-IOV</a:t>
            </a:r>
          </a:p>
        </p:txBody>
      </p:sp>
      <p:sp>
        <p:nvSpPr>
          <p:cNvPr id="12" name="Rounded Rectangle 11"/>
          <p:cNvSpPr/>
          <p:nvPr/>
        </p:nvSpPr>
        <p:spPr>
          <a:xfrm>
            <a:off x="2154873" y="3487739"/>
            <a:ext cx="1737360" cy="365760"/>
          </a:xfrm>
          <a:prstGeom prst="roundRect">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100" b="1">
                <a:solidFill>
                  <a:srgbClr val="FFFFFF"/>
                </a:solidFill>
              </a:rPr>
              <a:t>Canary Pool</a:t>
            </a:r>
          </a:p>
        </p:txBody>
      </p:sp>
      <p:sp>
        <p:nvSpPr>
          <p:cNvPr id="13" name="Right Arrow 12"/>
          <p:cNvSpPr/>
          <p:nvPr/>
        </p:nvSpPr>
        <p:spPr>
          <a:xfrm>
            <a:off x="3937953" y="3560891"/>
            <a:ext cx="274320" cy="201168"/>
          </a:xfrm>
          <a:prstGeom prst="rightArrow">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4257992" y="3487739"/>
            <a:ext cx="1737360" cy="365760"/>
          </a:xfrm>
          <a:prstGeom prst="roundRect">
            <a:avLst/>
          </a:prstGeom>
          <a:solidFill>
            <a:srgbClr val="F57C00"/>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100" b="1">
                <a:solidFill>
                  <a:srgbClr val="FFFFFF"/>
                </a:solidFill>
              </a:rPr>
              <a:t>Bake 48h</a:t>
            </a:r>
          </a:p>
        </p:txBody>
      </p:sp>
      <p:sp>
        <p:nvSpPr>
          <p:cNvPr id="15" name="Right Arrow 14"/>
          <p:cNvSpPr/>
          <p:nvPr/>
        </p:nvSpPr>
        <p:spPr>
          <a:xfrm>
            <a:off x="6041072" y="3560891"/>
            <a:ext cx="274320" cy="201168"/>
          </a:xfrm>
          <a:prstGeom prst="rightArrow">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361113" y="3487739"/>
            <a:ext cx="1737360" cy="365760"/>
          </a:xfrm>
          <a:prstGeom prst="round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100" b="1">
                <a:solidFill>
                  <a:srgbClr val="FFFFFF"/>
                </a:solidFill>
              </a:rPr>
              <a:t>Validate</a:t>
            </a:r>
          </a:p>
        </p:txBody>
      </p:sp>
      <p:sp>
        <p:nvSpPr>
          <p:cNvPr id="17" name="Right Arrow 16"/>
          <p:cNvSpPr/>
          <p:nvPr/>
        </p:nvSpPr>
        <p:spPr>
          <a:xfrm>
            <a:off x="8144193" y="3560891"/>
            <a:ext cx="274320" cy="201168"/>
          </a:xfrm>
          <a:prstGeom prst="rightArrow">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8464233" y="3487739"/>
            <a:ext cx="1737360" cy="365760"/>
          </a:xfrm>
          <a:prstGeom prst="round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100" b="1">
                <a:solidFill>
                  <a:srgbClr val="FFFFFF"/>
                </a:solidFill>
              </a:rPr>
              <a:t>Promote</a:t>
            </a:r>
          </a:p>
        </p:txBody>
      </p:sp>
      <p:pic>
        <p:nvPicPr>
          <p:cNvPr id="4" name="Image 2" descr="/mnt/data/assets/dell.png">
            <a:extLst>
              <a:ext uri="{FF2B5EF4-FFF2-40B4-BE49-F238E27FC236}">
                <a16:creationId xmlns:a16="http://schemas.microsoft.com/office/drawing/2014/main" id="{63A73D36-39D7-03C5-D019-DCFA1227A596}"/>
              </a:ext>
            </a:extLst>
          </p:cNvPr>
          <p:cNvPicPr>
            <a:picLocks noChangeAspect="1"/>
          </p:cNvPicPr>
          <p:nvPr/>
        </p:nvPicPr>
        <p:blipFill>
          <a:blip r:embed="rId3"/>
          <a:stretch>
            <a:fillRect/>
          </a:stretch>
        </p:blipFill>
        <p:spPr>
          <a:xfrm>
            <a:off x="559602" y="6178550"/>
            <a:ext cx="650894" cy="377190"/>
          </a:xfrm>
          <a:prstGeom prst="rect">
            <a:avLst/>
          </a:prstGeom>
        </p:spPr>
      </p:pic>
      <p:pic>
        <p:nvPicPr>
          <p:cNvPr id="5" name="Picture 4">
            <a:extLst>
              <a:ext uri="{FF2B5EF4-FFF2-40B4-BE49-F238E27FC236}">
                <a16:creationId xmlns:a16="http://schemas.microsoft.com/office/drawing/2014/main" id="{146E7782-D1DA-61A7-ADF8-D0A9B9A46C2B}"/>
              </a:ext>
            </a:extLst>
          </p:cNvPr>
          <p:cNvPicPr>
            <a:picLocks noChangeAspect="1"/>
          </p:cNvPicPr>
          <p:nvPr/>
        </p:nvPicPr>
        <p:blipFill>
          <a:blip r:embed="rId4"/>
          <a:srcRect t="28238" b="22983"/>
          <a:stretch>
            <a:fillRect/>
          </a:stretch>
        </p:blipFill>
        <p:spPr>
          <a:xfrm>
            <a:off x="559602" y="5827500"/>
            <a:ext cx="650894" cy="3175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400" b="1" dirty="0">
                <a:solidFill>
                  <a:srgbClr val="FF0000"/>
                </a:solidFill>
              </a:rPr>
              <a:t>📊 Make the invisible visible</a:t>
            </a:r>
          </a:p>
        </p:txBody>
      </p:sp>
      <p:sp>
        <p:nvSpPr>
          <p:cNvPr id="3" name="Text Placeholder 2"/>
          <p:cNvSpPr>
            <a:spLocks noGrp="1"/>
          </p:cNvSpPr>
          <p:nvPr>
            <p:ph type="body" idx="1"/>
          </p:nvPr>
        </p:nvSpPr>
        <p:spPr>
          <a:xfrm>
            <a:off x="3704304" y="2985450"/>
            <a:ext cx="5148900" cy="816300"/>
          </a:xfrm>
        </p:spPr>
        <p:txBody>
          <a:bodyPr/>
          <a:lstStyle/>
          <a:p>
            <a:endParaRPr sz="2000" dirty="0"/>
          </a:p>
          <a:p>
            <a:pPr>
              <a:spcBef>
                <a:spcPts val="200"/>
              </a:spcBef>
            </a:pPr>
            <a:r>
              <a:rPr sz="2000" b="1" i="0" dirty="0">
                <a:solidFill>
                  <a:srgbClr val="7B1FA2"/>
                </a:solidFill>
              </a:rPr>
              <a:t>Per-tenant monitoring:</a:t>
            </a:r>
            <a:endParaRPr lang="en-US" sz="2000" b="1" i="0" dirty="0">
              <a:solidFill>
                <a:srgbClr val="7B1FA2"/>
              </a:solidFill>
            </a:endParaRPr>
          </a:p>
          <a:p>
            <a:pPr marL="114300" indent="0">
              <a:spcBef>
                <a:spcPts val="200"/>
              </a:spcBef>
              <a:buNone/>
            </a:pPr>
            <a:endParaRPr sz="2000" b="1" i="0" dirty="0">
              <a:solidFill>
                <a:srgbClr val="7B1FA2"/>
              </a:solidFill>
            </a:endParaRPr>
          </a:p>
          <a:p>
            <a:pPr>
              <a:spcBef>
                <a:spcPts val="200"/>
              </a:spcBef>
            </a:pPr>
            <a:endParaRPr sz="2000" b="1" i="0" dirty="0">
              <a:solidFill>
                <a:srgbClr val="7B1FA2"/>
              </a:solidFill>
            </a:endParaRPr>
          </a:p>
          <a:p>
            <a:pPr>
              <a:spcBef>
                <a:spcPts val="200"/>
              </a:spcBef>
            </a:pPr>
            <a:endParaRPr lang="en-US" sz="2000" b="1" i="0" dirty="0">
              <a:solidFill>
                <a:srgbClr val="7B1FA2"/>
              </a:solidFill>
            </a:endParaRPr>
          </a:p>
          <a:p>
            <a:pPr>
              <a:spcBef>
                <a:spcPts val="200"/>
              </a:spcBef>
            </a:pPr>
            <a:endParaRPr sz="2000" b="1" i="0" dirty="0">
              <a:solidFill>
                <a:srgbClr val="7B1FA2"/>
              </a:solidFill>
            </a:endParaRPr>
          </a:p>
          <a:p>
            <a:pPr marL="114300" indent="0">
              <a:spcBef>
                <a:spcPts val="400"/>
              </a:spcBef>
              <a:buNone/>
            </a:pPr>
            <a:r>
              <a:rPr sz="2000" b="1" i="0" dirty="0">
                <a:solidFill>
                  <a:srgbClr val="7B1FA2"/>
                </a:solidFill>
              </a:rPr>
              <a:t>Chargeback:</a:t>
            </a:r>
          </a:p>
          <a:p>
            <a:pPr>
              <a:spcBef>
                <a:spcPts val="300"/>
              </a:spcBef>
            </a:pPr>
            <a:r>
              <a:rPr sz="2000" b="0" i="0" dirty="0">
                <a:solidFill>
                  <a:srgbClr val="333333"/>
                </a:solidFill>
              </a:rPr>
              <a:t>KAI Scheduler reports + cluster metrics → per-tenant GPU-hours</a:t>
            </a:r>
          </a:p>
          <a:p>
            <a:pPr>
              <a:spcBef>
                <a:spcPts val="300"/>
              </a:spcBef>
            </a:pPr>
            <a:r>
              <a:rPr sz="2000" b="0" i="0" dirty="0">
                <a:solidFill>
                  <a:srgbClr val="333333"/>
                </a:solidFill>
              </a:rPr>
              <a:t>Tenant admins get self-service dashboards</a:t>
            </a:r>
          </a:p>
          <a:p>
            <a:pPr marL="114300" indent="0">
              <a:spcBef>
                <a:spcPts val="600"/>
              </a:spcBef>
              <a:buNone/>
            </a:pPr>
            <a:r>
              <a:rPr sz="2000" i="1" dirty="0">
                <a:solidFill>
                  <a:srgbClr val="0D47A1"/>
                </a:solidFill>
              </a:rPr>
              <a:t>▎ When teams can see their usage, behavior changes overnight.</a:t>
            </a:r>
          </a:p>
        </p:txBody>
      </p:sp>
      <p:sp>
        <p:nvSpPr>
          <p:cNvPr id="6" name="Rounded Rectangle 5"/>
          <p:cNvSpPr/>
          <p:nvPr/>
        </p:nvSpPr>
        <p:spPr>
          <a:xfrm>
            <a:off x="2118487" y="2122451"/>
            <a:ext cx="1874519" cy="365760"/>
          </a:xfrm>
          <a:prstGeom prst="round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b="1" dirty="0">
                <a:solidFill>
                  <a:srgbClr val="FFFFFF"/>
                </a:solidFill>
              </a:rPr>
              <a:t>⏱️ Queue Time</a:t>
            </a:r>
          </a:p>
        </p:txBody>
      </p:sp>
      <p:sp>
        <p:nvSpPr>
          <p:cNvPr id="7" name="Rounded Rectangle 6"/>
          <p:cNvSpPr/>
          <p:nvPr/>
        </p:nvSpPr>
        <p:spPr>
          <a:xfrm>
            <a:off x="2118487" y="2488211"/>
            <a:ext cx="1874519" cy="411480"/>
          </a:xfrm>
          <a:prstGeom prst="roundRect">
            <a:avLst/>
          </a:prstGeom>
          <a:solidFill>
            <a:srgbClr val="F1F3F4"/>
          </a:solidFill>
          <a:ln w="12700">
            <a:solidFill>
              <a:srgbClr val="1A73E8"/>
            </a:solid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200" b="0" dirty="0">
                <a:solidFill>
                  <a:srgbClr val="333333"/>
                </a:solidFill>
              </a:rPr>
              <a:t>by priority class</a:t>
            </a:r>
          </a:p>
        </p:txBody>
      </p:sp>
      <p:sp>
        <p:nvSpPr>
          <p:cNvPr id="8" name="Rounded Rectangle 7"/>
          <p:cNvSpPr/>
          <p:nvPr/>
        </p:nvSpPr>
        <p:spPr>
          <a:xfrm>
            <a:off x="4175887" y="2122451"/>
            <a:ext cx="1874519" cy="365760"/>
          </a:xfrm>
          <a:prstGeom prst="round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b="1" dirty="0">
                <a:solidFill>
                  <a:srgbClr val="FFFFFF"/>
                </a:solidFill>
              </a:rPr>
              <a:t>🖥️ GPU Metrics</a:t>
            </a:r>
          </a:p>
        </p:txBody>
      </p:sp>
      <p:sp>
        <p:nvSpPr>
          <p:cNvPr id="9" name="Rounded Rectangle 8"/>
          <p:cNvSpPr/>
          <p:nvPr/>
        </p:nvSpPr>
        <p:spPr>
          <a:xfrm>
            <a:off x="4175887" y="2488211"/>
            <a:ext cx="1874519" cy="411480"/>
          </a:xfrm>
          <a:prstGeom prst="roundRect">
            <a:avLst/>
          </a:prstGeom>
          <a:solidFill>
            <a:srgbClr val="F1F3F4"/>
          </a:solidFill>
          <a:ln w="12700">
            <a:solidFill>
              <a:srgbClr val="34A853"/>
            </a:solid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200" b="0" dirty="0">
                <a:solidFill>
                  <a:srgbClr val="333333"/>
                </a:solidFill>
              </a:rPr>
              <a:t>util, memory, thermal</a:t>
            </a:r>
          </a:p>
        </p:txBody>
      </p:sp>
      <p:sp>
        <p:nvSpPr>
          <p:cNvPr id="10" name="Rounded Rectangle 9"/>
          <p:cNvSpPr/>
          <p:nvPr/>
        </p:nvSpPr>
        <p:spPr>
          <a:xfrm>
            <a:off x="6233287" y="2122451"/>
            <a:ext cx="1874519" cy="365760"/>
          </a:xfrm>
          <a:prstGeom prst="roundRect">
            <a:avLst/>
          </a:prstGeom>
          <a:solidFill>
            <a:srgbClr val="F57C00"/>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b="1" dirty="0">
                <a:solidFill>
                  <a:srgbClr val="FFFFFF"/>
                </a:solidFill>
              </a:rPr>
              <a:t>📈 Latency</a:t>
            </a:r>
          </a:p>
        </p:txBody>
      </p:sp>
      <p:sp>
        <p:nvSpPr>
          <p:cNvPr id="11" name="Rounded Rectangle 10"/>
          <p:cNvSpPr/>
          <p:nvPr/>
        </p:nvSpPr>
        <p:spPr>
          <a:xfrm>
            <a:off x="6233287" y="2488211"/>
            <a:ext cx="1874519" cy="411480"/>
          </a:xfrm>
          <a:prstGeom prst="roundRect">
            <a:avLst/>
          </a:prstGeom>
          <a:solidFill>
            <a:srgbClr val="F1F3F4"/>
          </a:solidFill>
          <a:ln w="12700">
            <a:solidFill>
              <a:srgbClr val="F57C00"/>
            </a:solid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200" b="0" dirty="0">
                <a:solidFill>
                  <a:srgbClr val="333333"/>
                </a:solidFill>
              </a:rPr>
              <a:t>p50/p95 via </a:t>
            </a:r>
            <a:r>
              <a:rPr sz="1200" b="0" dirty="0" err="1">
                <a:solidFill>
                  <a:srgbClr val="333333"/>
                </a:solidFill>
              </a:rPr>
              <a:t>HAProxy</a:t>
            </a:r>
            <a:endParaRPr sz="1200" b="0" dirty="0">
              <a:solidFill>
                <a:srgbClr val="333333"/>
              </a:solidFill>
            </a:endParaRPr>
          </a:p>
        </p:txBody>
      </p:sp>
      <p:sp>
        <p:nvSpPr>
          <p:cNvPr id="12" name="Rounded Rectangle 11"/>
          <p:cNvSpPr/>
          <p:nvPr/>
        </p:nvSpPr>
        <p:spPr>
          <a:xfrm>
            <a:off x="8290687" y="2122451"/>
            <a:ext cx="1874519" cy="365760"/>
          </a:xfrm>
          <a:prstGeom prst="round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b="1" dirty="0">
                <a:solidFill>
                  <a:srgbClr val="FFFFFF"/>
                </a:solidFill>
              </a:rPr>
              <a:t>🌐 Network</a:t>
            </a:r>
          </a:p>
        </p:txBody>
      </p:sp>
      <p:sp>
        <p:nvSpPr>
          <p:cNvPr id="13" name="Rounded Rectangle 12"/>
          <p:cNvSpPr/>
          <p:nvPr/>
        </p:nvSpPr>
        <p:spPr>
          <a:xfrm>
            <a:off x="8290687" y="2488211"/>
            <a:ext cx="1874519" cy="411480"/>
          </a:xfrm>
          <a:prstGeom prst="roundRect">
            <a:avLst/>
          </a:prstGeom>
          <a:solidFill>
            <a:srgbClr val="F1F3F4"/>
          </a:solidFill>
          <a:ln w="12700">
            <a:solidFill>
              <a:srgbClr val="009688"/>
            </a:solid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200" b="0" dirty="0">
                <a:solidFill>
                  <a:srgbClr val="333333"/>
                </a:solidFill>
              </a:rPr>
              <a:t>RDMA + SR-IOV VF</a:t>
            </a:r>
          </a:p>
        </p:txBody>
      </p:sp>
      <p:pic>
        <p:nvPicPr>
          <p:cNvPr id="4" name="Image 2" descr="/mnt/data/assets/dell.png">
            <a:extLst>
              <a:ext uri="{FF2B5EF4-FFF2-40B4-BE49-F238E27FC236}">
                <a16:creationId xmlns:a16="http://schemas.microsoft.com/office/drawing/2014/main" id="{9A71EF74-E79A-4B09-C5DD-6E294D12C973}"/>
              </a:ext>
            </a:extLst>
          </p:cNvPr>
          <p:cNvPicPr>
            <a:picLocks noChangeAspect="1"/>
          </p:cNvPicPr>
          <p:nvPr/>
        </p:nvPicPr>
        <p:blipFill>
          <a:blip r:embed="rId3"/>
          <a:stretch>
            <a:fillRect/>
          </a:stretch>
        </p:blipFill>
        <p:spPr>
          <a:xfrm>
            <a:off x="559602" y="6178550"/>
            <a:ext cx="650894" cy="377190"/>
          </a:xfrm>
          <a:prstGeom prst="rect">
            <a:avLst/>
          </a:prstGeom>
        </p:spPr>
      </p:pic>
      <p:pic>
        <p:nvPicPr>
          <p:cNvPr id="5" name="Picture 4">
            <a:extLst>
              <a:ext uri="{FF2B5EF4-FFF2-40B4-BE49-F238E27FC236}">
                <a16:creationId xmlns:a16="http://schemas.microsoft.com/office/drawing/2014/main" id="{1C6782C3-6FFA-F527-107E-75DCBB782D06}"/>
              </a:ext>
            </a:extLst>
          </p:cNvPr>
          <p:cNvPicPr>
            <a:picLocks noChangeAspect="1"/>
          </p:cNvPicPr>
          <p:nvPr/>
        </p:nvPicPr>
        <p:blipFill>
          <a:blip r:embed="rId4"/>
          <a:srcRect t="28238" b="22983"/>
          <a:stretch>
            <a:fillRect/>
          </a:stretch>
        </p:blipFill>
        <p:spPr>
          <a:xfrm>
            <a:off x="559602" y="5827500"/>
            <a:ext cx="650894" cy="3175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9CF6B-DC0E-6937-C66C-C51F77325227}"/>
              </a:ext>
            </a:extLst>
          </p:cNvPr>
          <p:cNvSpPr>
            <a:spLocks noGrp="1"/>
          </p:cNvSpPr>
          <p:nvPr>
            <p:ph type="title"/>
          </p:nvPr>
        </p:nvSpPr>
        <p:spPr/>
        <p:txBody>
          <a:bodyPr/>
          <a:lstStyle/>
          <a:p>
            <a:r>
              <a:rPr lang="en-US" dirty="0"/>
              <a:t>Demo</a:t>
            </a:r>
            <a:endParaRPr lang="en-NL"/>
          </a:p>
        </p:txBody>
      </p:sp>
      <p:sp>
        <p:nvSpPr>
          <p:cNvPr id="4" name="Text 0">
            <a:extLst>
              <a:ext uri="{FF2B5EF4-FFF2-40B4-BE49-F238E27FC236}">
                <a16:creationId xmlns:a16="http://schemas.microsoft.com/office/drawing/2014/main" id="{8AB48155-7858-6EC7-4BF2-2170791C08E8}"/>
              </a:ext>
            </a:extLst>
          </p:cNvPr>
          <p:cNvSpPr/>
          <p:nvPr/>
        </p:nvSpPr>
        <p:spPr>
          <a:xfrm>
            <a:off x="1637756" y="2033423"/>
            <a:ext cx="8229600" cy="617220"/>
          </a:xfrm>
          <a:prstGeom prst="rect">
            <a:avLst/>
          </a:prstGeom>
          <a:noFill/>
          <a:ln/>
        </p:spPr>
        <p:txBody>
          <a:bodyPr wrap="square" rtlCol="0" anchor="ctr"/>
          <a:lstStyle/>
          <a:p>
            <a:pPr algn="ctr"/>
            <a:endParaRPr lang="en-US" sz="4050">
              <a:solidFill>
                <a:schemeClr val="tx1"/>
              </a:solidFill>
            </a:endParaRPr>
          </a:p>
        </p:txBody>
      </p:sp>
      <p:sp>
        <p:nvSpPr>
          <p:cNvPr id="5" name="Text 1">
            <a:extLst>
              <a:ext uri="{FF2B5EF4-FFF2-40B4-BE49-F238E27FC236}">
                <a16:creationId xmlns:a16="http://schemas.microsoft.com/office/drawing/2014/main" id="{671D7A33-5FB9-4B2F-C6BE-E11D94C4B18C}"/>
              </a:ext>
            </a:extLst>
          </p:cNvPr>
          <p:cNvSpPr/>
          <p:nvPr/>
        </p:nvSpPr>
        <p:spPr>
          <a:xfrm>
            <a:off x="1946366" y="2787803"/>
            <a:ext cx="7543800" cy="342900"/>
          </a:xfrm>
          <a:prstGeom prst="rect">
            <a:avLst/>
          </a:prstGeom>
          <a:noFill/>
          <a:ln/>
        </p:spPr>
        <p:txBody>
          <a:bodyPr wrap="square" rtlCol="0" anchor="ctr"/>
          <a:lstStyle/>
          <a:p>
            <a:pPr algn="ctr"/>
            <a:r>
              <a:rPr lang="en-US" sz="1350">
                <a:solidFill>
                  <a:schemeClr val="tx1"/>
                </a:solidFill>
                <a:latin typeface="Aptos" pitchFamily="34" charset="0"/>
                <a:ea typeface="Aptos" pitchFamily="34" charset="-122"/>
                <a:cs typeface="Aptos" pitchFamily="34" charset="-120"/>
              </a:rPr>
              <a:t>Safety‑First Multi‑Tenant Platform Engineering</a:t>
            </a:r>
            <a:endParaRPr lang="en-US" sz="1350">
              <a:solidFill>
                <a:schemeClr val="tx1"/>
              </a:solidFill>
            </a:endParaRPr>
          </a:p>
        </p:txBody>
      </p:sp>
      <p:pic>
        <p:nvPicPr>
          <p:cNvPr id="6" name="Image 0" descr="/mnt/data/assets/nvidia.png">
            <a:extLst>
              <a:ext uri="{FF2B5EF4-FFF2-40B4-BE49-F238E27FC236}">
                <a16:creationId xmlns:a16="http://schemas.microsoft.com/office/drawing/2014/main" id="{BD232581-A2A9-0F9A-19C0-812B2590CC36}"/>
              </a:ext>
            </a:extLst>
          </p:cNvPr>
          <p:cNvPicPr>
            <a:picLocks noChangeAspect="1"/>
          </p:cNvPicPr>
          <p:nvPr/>
        </p:nvPicPr>
        <p:blipFill>
          <a:blip r:embed="rId5"/>
          <a:stretch>
            <a:fillRect/>
          </a:stretch>
        </p:blipFill>
        <p:spPr>
          <a:xfrm>
            <a:off x="5066401" y="3649837"/>
            <a:ext cx="670560" cy="377190"/>
          </a:xfrm>
          <a:prstGeom prst="rect">
            <a:avLst/>
          </a:prstGeom>
        </p:spPr>
      </p:pic>
      <p:pic>
        <p:nvPicPr>
          <p:cNvPr id="7" name="Image 1" descr="/mnt/data/assets/openshift.png">
            <a:extLst>
              <a:ext uri="{FF2B5EF4-FFF2-40B4-BE49-F238E27FC236}">
                <a16:creationId xmlns:a16="http://schemas.microsoft.com/office/drawing/2014/main" id="{7B927DA0-D8C9-E81B-C275-6C0528351B16}"/>
              </a:ext>
            </a:extLst>
          </p:cNvPr>
          <p:cNvPicPr>
            <a:picLocks noChangeAspect="1"/>
          </p:cNvPicPr>
          <p:nvPr/>
        </p:nvPicPr>
        <p:blipFill>
          <a:blip r:embed="rId6"/>
          <a:stretch>
            <a:fillRect/>
          </a:stretch>
        </p:blipFill>
        <p:spPr>
          <a:xfrm>
            <a:off x="5897024" y="3581257"/>
            <a:ext cx="449495" cy="480060"/>
          </a:xfrm>
          <a:prstGeom prst="rect">
            <a:avLst/>
          </a:prstGeom>
        </p:spPr>
      </p:pic>
      <p:pic>
        <p:nvPicPr>
          <p:cNvPr id="3" name="Image 2" descr="/mnt/data/assets/dell.png">
            <a:extLst>
              <a:ext uri="{FF2B5EF4-FFF2-40B4-BE49-F238E27FC236}">
                <a16:creationId xmlns:a16="http://schemas.microsoft.com/office/drawing/2014/main" id="{A78BB2C7-3201-1A4F-98A0-3A815BBEAA83}"/>
              </a:ext>
            </a:extLst>
          </p:cNvPr>
          <p:cNvPicPr>
            <a:picLocks noChangeAspect="1"/>
          </p:cNvPicPr>
          <p:nvPr/>
        </p:nvPicPr>
        <p:blipFill>
          <a:blip r:embed="rId7"/>
          <a:stretch>
            <a:fillRect/>
          </a:stretch>
        </p:blipFill>
        <p:spPr>
          <a:xfrm>
            <a:off x="559602" y="6178550"/>
            <a:ext cx="650894" cy="377190"/>
          </a:xfrm>
          <a:prstGeom prst="rect">
            <a:avLst/>
          </a:prstGeom>
        </p:spPr>
      </p:pic>
      <p:pic>
        <p:nvPicPr>
          <p:cNvPr id="9" name="Picture 8">
            <a:extLst>
              <a:ext uri="{FF2B5EF4-FFF2-40B4-BE49-F238E27FC236}">
                <a16:creationId xmlns:a16="http://schemas.microsoft.com/office/drawing/2014/main" id="{4386A680-C361-AA78-2909-F7C65ADD6D82}"/>
              </a:ext>
            </a:extLst>
          </p:cNvPr>
          <p:cNvPicPr>
            <a:picLocks noChangeAspect="1"/>
          </p:cNvPicPr>
          <p:nvPr/>
        </p:nvPicPr>
        <p:blipFill>
          <a:blip r:embed="rId8"/>
          <a:srcRect t="28238" b="22983"/>
          <a:stretch>
            <a:fillRect/>
          </a:stretch>
        </p:blipFill>
        <p:spPr>
          <a:xfrm>
            <a:off x="559602" y="5827500"/>
            <a:ext cx="650894" cy="317500"/>
          </a:xfrm>
          <a:prstGeom prst="rect">
            <a:avLst/>
          </a:prstGeom>
        </p:spPr>
      </p:pic>
      <p:pic>
        <p:nvPicPr>
          <p:cNvPr id="8" name="Recording-20250730_181047.mp4">
            <a:hlinkClick r:id="" action="ppaction://media"/>
            <a:extLst>
              <a:ext uri="{FF2B5EF4-FFF2-40B4-BE49-F238E27FC236}">
                <a16:creationId xmlns:a16="http://schemas.microsoft.com/office/drawing/2014/main" id="{BB4574C3-EC6D-EF58-B63E-CEFAA538437C}"/>
              </a:ext>
            </a:extLst>
          </p:cNvPr>
          <p:cNvPicPr>
            <a:picLocks noChangeAspect="1"/>
          </p:cNvPicPr>
          <p:nvPr>
            <a:videoFile r:link="rId1"/>
            <p:extLst>
              <p:ext uri="{DAA4B4D4-6D71-4841-9C94-3DE7FCFB9230}">
                <p14:media xmlns:p14="http://schemas.microsoft.com/office/powerpoint/2010/main" r:embed="rId2">
                  <p14:trim st="32410.7561"/>
                </p14:media>
              </p:ext>
            </p:extLst>
          </p:nvPr>
        </p:nvPicPr>
        <p:blipFill>
          <a:blip r:embed="rId9"/>
          <a:stretch>
            <a:fillRect/>
          </a:stretch>
        </p:blipFill>
        <p:spPr>
          <a:xfrm>
            <a:off x="0" y="-62077"/>
            <a:ext cx="12192000"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01433"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20000" mute="1">
                <p:cTn id="7" fill="hold" display="0">
                  <p:stCondLst>
                    <p:cond delay="indefinite"/>
                  </p:stCondLst>
                </p:cTn>
                <p:tgtEl>
                  <p:spTgt spid="8"/>
                </p:tgtEl>
              </p:cMediaNode>
            </p:video>
            <p:seq concurrent="1" nextAc="seek">
              <p:cTn id="8" restart="whenNotActive" fill="hold" evtFilter="cancelBubble" nodeType="interactiveSeq">
                <p:stCondLst>
                  <p:cond evt="onClick" delay="0">
                    <p:tgtEl>
                      <p:spTgt spid="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400" b="1" dirty="0">
                <a:solidFill>
                  <a:srgbClr val="FF0000"/>
                </a:solidFill>
              </a:rPr>
              <a:t>🔧 Seven </a:t>
            </a:r>
            <a:r>
              <a:rPr lang="en-US" sz="2400" b="1" dirty="0">
                <a:solidFill>
                  <a:srgbClr val="FF0000"/>
                </a:solidFill>
              </a:rPr>
              <a:t>G</a:t>
            </a:r>
            <a:r>
              <a:rPr sz="2400" b="1" dirty="0">
                <a:solidFill>
                  <a:srgbClr val="FF0000"/>
                </a:solidFill>
              </a:rPr>
              <a:t>uardrails </a:t>
            </a:r>
            <a:r>
              <a:rPr lang="en-US" sz="2400" b="1" dirty="0">
                <a:solidFill>
                  <a:srgbClr val="FF0000"/>
                </a:solidFill>
              </a:rPr>
              <a:t>Y</a:t>
            </a:r>
            <a:r>
              <a:rPr sz="2400" b="1" dirty="0">
                <a:solidFill>
                  <a:srgbClr val="FF0000"/>
                </a:solidFill>
              </a:rPr>
              <a:t>ou </a:t>
            </a:r>
            <a:r>
              <a:rPr lang="en-US" sz="2400" b="1" dirty="0">
                <a:solidFill>
                  <a:srgbClr val="FF0000"/>
                </a:solidFill>
              </a:rPr>
              <a:t>C</a:t>
            </a:r>
            <a:r>
              <a:rPr sz="2400" b="1" dirty="0">
                <a:solidFill>
                  <a:srgbClr val="FF0000"/>
                </a:solidFill>
              </a:rPr>
              <a:t>an </a:t>
            </a:r>
            <a:r>
              <a:rPr lang="en-US" sz="2400" b="1" dirty="0">
                <a:solidFill>
                  <a:srgbClr val="FF0000"/>
                </a:solidFill>
              </a:rPr>
              <a:t>A</a:t>
            </a:r>
            <a:r>
              <a:rPr sz="2400" b="1" dirty="0">
                <a:solidFill>
                  <a:srgbClr val="FF0000"/>
                </a:solidFill>
              </a:rPr>
              <a:t>pply </a:t>
            </a:r>
            <a:r>
              <a:rPr lang="en-US" sz="2400" b="1" dirty="0">
                <a:solidFill>
                  <a:srgbClr val="FF0000"/>
                </a:solidFill>
              </a:rPr>
              <a:t>T</a:t>
            </a:r>
            <a:r>
              <a:rPr sz="2400" b="1" dirty="0">
                <a:solidFill>
                  <a:srgbClr val="FF0000"/>
                </a:solidFill>
              </a:rPr>
              <a:t>oday</a:t>
            </a:r>
          </a:p>
        </p:txBody>
      </p:sp>
      <p:sp>
        <p:nvSpPr>
          <p:cNvPr id="3" name="Text Placeholder 2"/>
          <p:cNvSpPr>
            <a:spLocks noGrp="1"/>
          </p:cNvSpPr>
          <p:nvPr>
            <p:ph type="body" idx="1"/>
          </p:nvPr>
        </p:nvSpPr>
        <p:spPr>
          <a:xfrm>
            <a:off x="2704012" y="9730"/>
            <a:ext cx="7059748" cy="816300"/>
          </a:xfrm>
        </p:spPr>
        <p:txBody>
          <a:bodyPr/>
          <a:lstStyle/>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pPr marL="114300" indent="0">
              <a:spcBef>
                <a:spcPts val="600"/>
              </a:spcBef>
              <a:buNone/>
            </a:pPr>
            <a:endParaRPr lang="en-US" sz="1600" dirty="0"/>
          </a:p>
          <a:p>
            <a:pPr marL="114300" indent="0">
              <a:spcBef>
                <a:spcPts val="600"/>
              </a:spcBef>
              <a:buNone/>
            </a:pPr>
            <a:r>
              <a:rPr sz="1600" i="1" dirty="0">
                <a:solidFill>
                  <a:srgbClr val="0D47A1"/>
                </a:solidFill>
              </a:rPr>
              <a:t>▎ Start with #1 and #2 — they fix 60% of multi-tenant GPU pain.</a:t>
            </a:r>
          </a:p>
        </p:txBody>
      </p:sp>
      <p:sp>
        <p:nvSpPr>
          <p:cNvPr id="6" name="Rounded Rectangle 5"/>
          <p:cNvSpPr/>
          <p:nvPr/>
        </p:nvSpPr>
        <p:spPr>
          <a:xfrm>
            <a:off x="2704012" y="2007737"/>
            <a:ext cx="365760" cy="384048"/>
          </a:xfrm>
          <a:prstGeom prst="round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400" b="1">
                <a:solidFill>
                  <a:srgbClr val="FFFFFF"/>
                </a:solidFill>
              </a:rPr>
              <a:t>1</a:t>
            </a:r>
          </a:p>
        </p:txBody>
      </p:sp>
      <p:sp>
        <p:nvSpPr>
          <p:cNvPr id="7" name="Rounded Rectangle 6"/>
          <p:cNvSpPr/>
          <p:nvPr/>
        </p:nvSpPr>
        <p:spPr>
          <a:xfrm>
            <a:off x="3115492" y="2007737"/>
            <a:ext cx="1828800" cy="384048"/>
          </a:xfrm>
          <a:prstGeom prst="round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100" b="1">
                <a:solidFill>
                  <a:srgbClr val="FFFFFF"/>
                </a:solidFill>
              </a:rPr>
              <a:t>GitOps-first</a:t>
            </a:r>
          </a:p>
        </p:txBody>
      </p:sp>
      <p:sp>
        <p:nvSpPr>
          <p:cNvPr id="8" name="Rounded Rectangle 7"/>
          <p:cNvSpPr/>
          <p:nvPr/>
        </p:nvSpPr>
        <p:spPr>
          <a:xfrm>
            <a:off x="5035732" y="2007737"/>
            <a:ext cx="4389120" cy="384048"/>
          </a:xfrm>
          <a:prstGeom prst="roundRect">
            <a:avLst/>
          </a:prstGeom>
          <a:solidFill>
            <a:srgbClr val="F1F3F4"/>
          </a:solidFill>
          <a:ln w="12700">
            <a:solidFill>
              <a:srgbClr val="1A73E8"/>
            </a:solid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100" b="0">
                <a:solidFill>
                  <a:srgbClr val="333333"/>
                </a:solidFill>
              </a:rPr>
              <a:t>Argo CD + Kustomize</a:t>
            </a:r>
          </a:p>
        </p:txBody>
      </p:sp>
      <p:sp>
        <p:nvSpPr>
          <p:cNvPr id="9" name="Rounded Rectangle 8"/>
          <p:cNvSpPr/>
          <p:nvPr/>
        </p:nvSpPr>
        <p:spPr>
          <a:xfrm>
            <a:off x="2704012" y="2483225"/>
            <a:ext cx="365760" cy="384048"/>
          </a:xfrm>
          <a:prstGeom prst="round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400" b="1">
                <a:solidFill>
                  <a:srgbClr val="FFFFFF"/>
                </a:solidFill>
              </a:rPr>
              <a:t>2</a:t>
            </a:r>
          </a:p>
        </p:txBody>
      </p:sp>
      <p:sp>
        <p:nvSpPr>
          <p:cNvPr id="10" name="Rounded Rectangle 9"/>
          <p:cNvSpPr/>
          <p:nvPr/>
        </p:nvSpPr>
        <p:spPr>
          <a:xfrm>
            <a:off x="3115492" y="2483225"/>
            <a:ext cx="1828800" cy="384048"/>
          </a:xfrm>
          <a:prstGeom prst="round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100" b="1">
                <a:solidFill>
                  <a:srgbClr val="FFFFFF"/>
                </a:solidFill>
              </a:rPr>
              <a:t>Tenant template</a:t>
            </a:r>
          </a:p>
        </p:txBody>
      </p:sp>
      <p:sp>
        <p:nvSpPr>
          <p:cNvPr id="11" name="Rounded Rectangle 10"/>
          <p:cNvSpPr/>
          <p:nvPr/>
        </p:nvSpPr>
        <p:spPr>
          <a:xfrm>
            <a:off x="5035732" y="2483225"/>
            <a:ext cx="4389120" cy="384048"/>
          </a:xfrm>
          <a:prstGeom prst="roundRect">
            <a:avLst/>
          </a:prstGeom>
          <a:solidFill>
            <a:srgbClr val="F1F3F4"/>
          </a:solidFill>
          <a:ln w="12700">
            <a:solidFill>
              <a:srgbClr val="34A853"/>
            </a:solid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100" b="0">
                <a:solidFill>
                  <a:srgbClr val="333333"/>
                </a:solidFill>
              </a:rPr>
              <a:t>NS + RBAC + </a:t>
            </a:r>
            <a:r>
              <a:rPr lang="en-US" sz="1100" err="1">
                <a:solidFill>
                  <a:srgbClr val="333333"/>
                </a:solidFill>
              </a:rPr>
              <a:t>NetPool</a:t>
            </a:r>
            <a:r>
              <a:rPr sz="1100" b="0">
                <a:solidFill>
                  <a:srgbClr val="333333"/>
                </a:solidFill>
              </a:rPr>
              <a:t> + VIP</a:t>
            </a:r>
          </a:p>
        </p:txBody>
      </p:sp>
      <p:sp>
        <p:nvSpPr>
          <p:cNvPr id="12" name="Rounded Rectangle 11"/>
          <p:cNvSpPr/>
          <p:nvPr/>
        </p:nvSpPr>
        <p:spPr>
          <a:xfrm>
            <a:off x="2704012" y="2958713"/>
            <a:ext cx="365760" cy="384048"/>
          </a:xfrm>
          <a:prstGeom prst="round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400" b="1">
                <a:solidFill>
                  <a:srgbClr val="FFFFFF"/>
                </a:solidFill>
              </a:rPr>
              <a:t>3</a:t>
            </a:r>
          </a:p>
        </p:txBody>
      </p:sp>
      <p:sp>
        <p:nvSpPr>
          <p:cNvPr id="13" name="Rounded Rectangle 12"/>
          <p:cNvSpPr/>
          <p:nvPr/>
        </p:nvSpPr>
        <p:spPr>
          <a:xfrm>
            <a:off x="3115492" y="2958713"/>
            <a:ext cx="1828800" cy="384048"/>
          </a:xfrm>
          <a:prstGeom prst="round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100" b="1">
                <a:solidFill>
                  <a:srgbClr val="FFFFFF"/>
                </a:solidFill>
              </a:rPr>
              <a:t>Quotas &amp; limits</a:t>
            </a:r>
          </a:p>
        </p:txBody>
      </p:sp>
      <p:sp>
        <p:nvSpPr>
          <p:cNvPr id="14" name="Rounded Rectangle 13"/>
          <p:cNvSpPr/>
          <p:nvPr/>
        </p:nvSpPr>
        <p:spPr>
          <a:xfrm>
            <a:off x="5035732" y="2958713"/>
            <a:ext cx="4389120" cy="384048"/>
          </a:xfrm>
          <a:prstGeom prst="roundRect">
            <a:avLst/>
          </a:prstGeom>
          <a:solidFill>
            <a:srgbClr val="F1F3F4"/>
          </a:solidFill>
          <a:ln w="12700">
            <a:solidFill>
              <a:srgbClr val="009688"/>
            </a:solid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100" b="0">
                <a:solidFill>
                  <a:srgbClr val="333333"/>
                </a:solidFill>
              </a:rPr>
              <a:t>GPU, CPU, memory</a:t>
            </a:r>
          </a:p>
        </p:txBody>
      </p:sp>
      <p:sp>
        <p:nvSpPr>
          <p:cNvPr id="15" name="Rounded Rectangle 14"/>
          <p:cNvSpPr/>
          <p:nvPr/>
        </p:nvSpPr>
        <p:spPr>
          <a:xfrm>
            <a:off x="2704012" y="3434201"/>
            <a:ext cx="365760" cy="384048"/>
          </a:xfrm>
          <a:prstGeom prst="roundRect">
            <a:avLst/>
          </a:prstGeom>
          <a:solidFill>
            <a:srgbClr val="F57C00"/>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400" b="1">
                <a:solidFill>
                  <a:srgbClr val="FFFFFF"/>
                </a:solidFill>
              </a:rPr>
              <a:t>4</a:t>
            </a:r>
          </a:p>
        </p:txBody>
      </p:sp>
      <p:sp>
        <p:nvSpPr>
          <p:cNvPr id="16" name="Rounded Rectangle 15"/>
          <p:cNvSpPr/>
          <p:nvPr/>
        </p:nvSpPr>
        <p:spPr>
          <a:xfrm>
            <a:off x="3115492" y="3434201"/>
            <a:ext cx="1828800" cy="384048"/>
          </a:xfrm>
          <a:prstGeom prst="roundRect">
            <a:avLst/>
          </a:prstGeom>
          <a:solidFill>
            <a:srgbClr val="F57C00"/>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100" b="1">
                <a:solidFill>
                  <a:srgbClr val="FFFFFF"/>
                </a:solidFill>
              </a:rPr>
              <a:t>SR-IOV per vendor</a:t>
            </a:r>
          </a:p>
        </p:txBody>
      </p:sp>
      <p:sp>
        <p:nvSpPr>
          <p:cNvPr id="17" name="Rounded Rectangle 16"/>
          <p:cNvSpPr/>
          <p:nvPr/>
        </p:nvSpPr>
        <p:spPr>
          <a:xfrm>
            <a:off x="5035732" y="3434201"/>
            <a:ext cx="4389120" cy="384048"/>
          </a:xfrm>
          <a:prstGeom prst="roundRect">
            <a:avLst/>
          </a:prstGeom>
          <a:solidFill>
            <a:srgbClr val="F1F3F4"/>
          </a:solidFill>
          <a:ln w="12700">
            <a:solidFill>
              <a:srgbClr val="F57C00"/>
            </a:solid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100" b="0">
                <a:solidFill>
                  <a:srgbClr val="333333"/>
                </a:solidFill>
              </a:rPr>
              <a:t>NVIDIA vs Intel NICs</a:t>
            </a:r>
          </a:p>
        </p:txBody>
      </p:sp>
      <p:sp>
        <p:nvSpPr>
          <p:cNvPr id="18" name="Rounded Rectangle 17"/>
          <p:cNvSpPr/>
          <p:nvPr/>
        </p:nvSpPr>
        <p:spPr>
          <a:xfrm>
            <a:off x="2704012" y="3909689"/>
            <a:ext cx="365760" cy="384048"/>
          </a:xfrm>
          <a:prstGeom prst="roundRect">
            <a:avLst/>
          </a:prstGeom>
          <a:solidFill>
            <a:srgbClr val="7B1FA2"/>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400" b="1">
                <a:solidFill>
                  <a:srgbClr val="FFFFFF"/>
                </a:solidFill>
              </a:rPr>
              <a:t>5</a:t>
            </a:r>
          </a:p>
        </p:txBody>
      </p:sp>
      <p:sp>
        <p:nvSpPr>
          <p:cNvPr id="19" name="Rounded Rectangle 18"/>
          <p:cNvSpPr/>
          <p:nvPr/>
        </p:nvSpPr>
        <p:spPr>
          <a:xfrm>
            <a:off x="3115492" y="3909689"/>
            <a:ext cx="1828800" cy="384048"/>
          </a:xfrm>
          <a:prstGeom prst="roundRect">
            <a:avLst/>
          </a:prstGeom>
          <a:solidFill>
            <a:srgbClr val="7B1FA2"/>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100" b="1">
                <a:solidFill>
                  <a:srgbClr val="FFFFFF"/>
                </a:solidFill>
              </a:rPr>
              <a:t>Open modules</a:t>
            </a:r>
          </a:p>
        </p:txBody>
      </p:sp>
      <p:sp>
        <p:nvSpPr>
          <p:cNvPr id="20" name="Rounded Rectangle 19"/>
          <p:cNvSpPr/>
          <p:nvPr/>
        </p:nvSpPr>
        <p:spPr>
          <a:xfrm>
            <a:off x="5035732" y="3909689"/>
            <a:ext cx="4389120" cy="384048"/>
          </a:xfrm>
          <a:prstGeom prst="roundRect">
            <a:avLst/>
          </a:prstGeom>
          <a:solidFill>
            <a:srgbClr val="F1F3F4"/>
          </a:solidFill>
          <a:ln w="12700">
            <a:solidFill>
              <a:srgbClr val="7B1FA2"/>
            </a:solid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100" b="0">
                <a:solidFill>
                  <a:srgbClr val="333333"/>
                </a:solidFill>
              </a:rPr>
              <a:t>DMA-BUF GPU stack</a:t>
            </a:r>
          </a:p>
        </p:txBody>
      </p:sp>
      <p:sp>
        <p:nvSpPr>
          <p:cNvPr id="21" name="Rounded Rectangle 20"/>
          <p:cNvSpPr/>
          <p:nvPr/>
        </p:nvSpPr>
        <p:spPr>
          <a:xfrm>
            <a:off x="2704012" y="4385177"/>
            <a:ext cx="365760" cy="384048"/>
          </a:xfrm>
          <a:prstGeom prst="round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400" b="1">
                <a:solidFill>
                  <a:srgbClr val="FFFFFF"/>
                </a:solidFill>
              </a:rPr>
              <a:t>6</a:t>
            </a:r>
          </a:p>
        </p:txBody>
      </p:sp>
      <p:sp>
        <p:nvSpPr>
          <p:cNvPr id="22" name="Rounded Rectangle 21"/>
          <p:cNvSpPr/>
          <p:nvPr/>
        </p:nvSpPr>
        <p:spPr>
          <a:xfrm>
            <a:off x="3115492" y="4385177"/>
            <a:ext cx="1828800" cy="384048"/>
          </a:xfrm>
          <a:prstGeom prst="round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100" b="1">
                <a:solidFill>
                  <a:srgbClr val="FFFFFF"/>
                </a:solidFill>
              </a:rPr>
              <a:t>Observability SLOs</a:t>
            </a:r>
          </a:p>
        </p:txBody>
      </p:sp>
      <p:sp>
        <p:nvSpPr>
          <p:cNvPr id="23" name="Rounded Rectangle 22"/>
          <p:cNvSpPr/>
          <p:nvPr/>
        </p:nvSpPr>
        <p:spPr>
          <a:xfrm>
            <a:off x="5035732" y="4385177"/>
            <a:ext cx="4389120" cy="384048"/>
          </a:xfrm>
          <a:prstGeom prst="roundRect">
            <a:avLst/>
          </a:prstGeom>
          <a:solidFill>
            <a:srgbClr val="F1F3F4"/>
          </a:solidFill>
          <a:ln w="12700">
            <a:solidFill>
              <a:srgbClr val="EA4335"/>
            </a:solid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100" b="0">
                <a:solidFill>
                  <a:srgbClr val="333333"/>
                </a:solidFill>
              </a:rPr>
              <a:t>queue, latency, saturation</a:t>
            </a:r>
          </a:p>
        </p:txBody>
      </p:sp>
      <p:sp>
        <p:nvSpPr>
          <p:cNvPr id="24" name="Rounded Rectangle 23"/>
          <p:cNvSpPr/>
          <p:nvPr/>
        </p:nvSpPr>
        <p:spPr>
          <a:xfrm>
            <a:off x="2704012" y="4860665"/>
            <a:ext cx="365760" cy="384048"/>
          </a:xfrm>
          <a:prstGeom prst="roundRect">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400" b="1">
                <a:solidFill>
                  <a:srgbClr val="FFFFFF"/>
                </a:solidFill>
              </a:rPr>
              <a:t>7</a:t>
            </a:r>
          </a:p>
        </p:txBody>
      </p:sp>
      <p:sp>
        <p:nvSpPr>
          <p:cNvPr id="25" name="Rounded Rectangle 24"/>
          <p:cNvSpPr/>
          <p:nvPr/>
        </p:nvSpPr>
        <p:spPr>
          <a:xfrm>
            <a:off x="3115492" y="4860665"/>
            <a:ext cx="1828800" cy="384048"/>
          </a:xfrm>
          <a:prstGeom prst="roundRect">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100" b="1">
                <a:solidFill>
                  <a:srgbClr val="FFFFFF"/>
                </a:solidFill>
              </a:rPr>
              <a:t>Upgrade playbook</a:t>
            </a:r>
          </a:p>
        </p:txBody>
      </p:sp>
      <p:sp>
        <p:nvSpPr>
          <p:cNvPr id="26" name="Rounded Rectangle 25"/>
          <p:cNvSpPr/>
          <p:nvPr/>
        </p:nvSpPr>
        <p:spPr>
          <a:xfrm>
            <a:off x="5035732" y="4860665"/>
            <a:ext cx="4389120" cy="384048"/>
          </a:xfrm>
          <a:prstGeom prst="roundRect">
            <a:avLst/>
          </a:prstGeom>
          <a:solidFill>
            <a:srgbClr val="F1F3F4"/>
          </a:solidFill>
          <a:ln w="12700">
            <a:solidFill>
              <a:srgbClr val="FBBC04"/>
            </a:solid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100" b="0">
                <a:solidFill>
                  <a:srgbClr val="333333"/>
                </a:solidFill>
              </a:rPr>
              <a:t>matrix, canary, rollback</a:t>
            </a:r>
          </a:p>
        </p:txBody>
      </p:sp>
      <p:pic>
        <p:nvPicPr>
          <p:cNvPr id="4" name="Image 2" descr="/mnt/data/assets/dell.png">
            <a:extLst>
              <a:ext uri="{FF2B5EF4-FFF2-40B4-BE49-F238E27FC236}">
                <a16:creationId xmlns:a16="http://schemas.microsoft.com/office/drawing/2014/main" id="{0DB63B62-16B0-DC33-429F-FEC9E378CB74}"/>
              </a:ext>
            </a:extLst>
          </p:cNvPr>
          <p:cNvPicPr>
            <a:picLocks noChangeAspect="1"/>
          </p:cNvPicPr>
          <p:nvPr/>
        </p:nvPicPr>
        <p:blipFill>
          <a:blip r:embed="rId3"/>
          <a:stretch>
            <a:fillRect/>
          </a:stretch>
        </p:blipFill>
        <p:spPr>
          <a:xfrm>
            <a:off x="559602" y="6178550"/>
            <a:ext cx="650894" cy="377190"/>
          </a:xfrm>
          <a:prstGeom prst="rect">
            <a:avLst/>
          </a:prstGeom>
        </p:spPr>
      </p:pic>
      <p:pic>
        <p:nvPicPr>
          <p:cNvPr id="5" name="Picture 4">
            <a:extLst>
              <a:ext uri="{FF2B5EF4-FFF2-40B4-BE49-F238E27FC236}">
                <a16:creationId xmlns:a16="http://schemas.microsoft.com/office/drawing/2014/main" id="{6F41DD7F-523A-2775-E0AA-22FCAB1BF144}"/>
              </a:ext>
            </a:extLst>
          </p:cNvPr>
          <p:cNvPicPr>
            <a:picLocks noChangeAspect="1"/>
          </p:cNvPicPr>
          <p:nvPr/>
        </p:nvPicPr>
        <p:blipFill>
          <a:blip r:embed="rId4"/>
          <a:srcRect t="28238" b="22983"/>
          <a:stretch>
            <a:fillRect/>
          </a:stretch>
        </p:blipFill>
        <p:spPr>
          <a:xfrm>
            <a:off x="559602" y="5827500"/>
            <a:ext cx="650894" cy="3175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400" b="1">
                <a:solidFill>
                  <a:schemeClr val="bg1"/>
                </a:solidFill>
              </a:rPr>
              <a:t>Multi-tenant GPUs on bare metal work when...</a:t>
            </a:r>
          </a:p>
        </p:txBody>
      </p:sp>
      <p:sp>
        <p:nvSpPr>
          <p:cNvPr id="3" name="Text Placeholder 2"/>
          <p:cNvSpPr>
            <a:spLocks noGrp="1"/>
          </p:cNvSpPr>
          <p:nvPr>
            <p:ph type="body" idx="1"/>
          </p:nvPr>
        </p:nvSpPr>
        <p:spPr/>
        <p:txBody>
          <a:bodyPr/>
          <a:lstStyle/>
          <a:p>
            <a:endParaRPr lang="en-US" dirty="0"/>
          </a:p>
          <a:p>
            <a:pPr>
              <a:spcBef>
                <a:spcPts val="200"/>
              </a:spcBef>
            </a:pPr>
            <a:endParaRPr lang="en-US" sz="600" b="0" i="0" dirty="0"/>
          </a:p>
          <a:p>
            <a:pPr>
              <a:spcBef>
                <a:spcPts val="200"/>
              </a:spcBef>
            </a:pPr>
            <a:endParaRPr lang="en-US" sz="600" dirty="0"/>
          </a:p>
          <a:p>
            <a:pPr>
              <a:spcBef>
                <a:spcPts val="200"/>
              </a:spcBef>
            </a:pPr>
            <a:endParaRPr lang="en-US" sz="600" b="0" i="0" dirty="0"/>
          </a:p>
          <a:p>
            <a:pPr>
              <a:spcBef>
                <a:spcPts val="200"/>
              </a:spcBef>
            </a:pPr>
            <a:endParaRPr lang="en-US" sz="600" dirty="0"/>
          </a:p>
          <a:p>
            <a:pPr>
              <a:spcBef>
                <a:spcPts val="200"/>
              </a:spcBef>
            </a:pPr>
            <a:endParaRPr lang="en-US" sz="600" b="0" i="0" dirty="0"/>
          </a:p>
          <a:p>
            <a:pPr>
              <a:spcBef>
                <a:spcPts val="200"/>
              </a:spcBef>
            </a:pPr>
            <a:endParaRPr lang="en-US" sz="600" dirty="0"/>
          </a:p>
          <a:p>
            <a:pPr>
              <a:spcBef>
                <a:spcPts val="200"/>
              </a:spcBef>
            </a:pPr>
            <a:endParaRPr lang="en-US" sz="600" b="0" i="0" dirty="0"/>
          </a:p>
          <a:p>
            <a:pPr>
              <a:spcBef>
                <a:spcPts val="200"/>
              </a:spcBef>
            </a:pPr>
            <a:endParaRPr lang="en-US" sz="600" dirty="0"/>
          </a:p>
          <a:p>
            <a:pPr>
              <a:spcBef>
                <a:spcPts val="200"/>
              </a:spcBef>
            </a:pPr>
            <a:endParaRPr lang="en-US" sz="600" dirty="0"/>
          </a:p>
          <a:p>
            <a:pPr>
              <a:spcBef>
                <a:spcPts val="200"/>
              </a:spcBef>
            </a:pPr>
            <a:endParaRPr lang="en-US" sz="600" dirty="0"/>
          </a:p>
          <a:p>
            <a:pPr>
              <a:spcBef>
                <a:spcPts val="200"/>
              </a:spcBef>
            </a:pPr>
            <a:endParaRPr lang="en-US" sz="600" dirty="0"/>
          </a:p>
          <a:p>
            <a:pPr>
              <a:spcBef>
                <a:spcPts val="200"/>
              </a:spcBef>
            </a:pPr>
            <a:endParaRPr sz="600" b="0" i="0" dirty="0"/>
          </a:p>
          <a:p>
            <a:pPr>
              <a:spcBef>
                <a:spcPts val="200"/>
              </a:spcBef>
            </a:pPr>
            <a:endParaRPr sz="600" b="0" i="0" dirty="0"/>
          </a:p>
          <a:p>
            <a:pPr>
              <a:spcBef>
                <a:spcPts val="200"/>
              </a:spcBef>
            </a:pPr>
            <a:endParaRPr sz="600" b="0" i="0" dirty="0"/>
          </a:p>
          <a:p>
            <a:pPr>
              <a:spcBef>
                <a:spcPts val="200"/>
              </a:spcBef>
            </a:pPr>
            <a:endParaRPr sz="600" b="0" i="0" dirty="0"/>
          </a:p>
          <a:p>
            <a:pPr>
              <a:spcBef>
                <a:spcPts val="200"/>
              </a:spcBef>
            </a:pPr>
            <a:endParaRPr sz="600" b="0" i="0" dirty="0"/>
          </a:p>
          <a:p>
            <a:pPr>
              <a:spcBef>
                <a:spcPts val="200"/>
              </a:spcBef>
            </a:pPr>
            <a:endParaRPr sz="600" b="0" i="0" dirty="0"/>
          </a:p>
          <a:p>
            <a:pPr marL="114300" indent="0">
              <a:spcBef>
                <a:spcPts val="800"/>
              </a:spcBef>
              <a:buNone/>
            </a:pPr>
            <a:endParaRPr lang="en-US" sz="2200" b="1" i="0" dirty="0">
              <a:solidFill>
                <a:srgbClr val="0D47A1"/>
              </a:solidFill>
            </a:endParaRPr>
          </a:p>
          <a:p>
            <a:pPr marL="114300" indent="0" algn="ctr">
              <a:spcBef>
                <a:spcPts val="800"/>
              </a:spcBef>
              <a:buNone/>
            </a:pPr>
            <a:r>
              <a:rPr sz="2200" b="1" i="0" dirty="0">
                <a:solidFill>
                  <a:srgbClr val="0D47A1"/>
                </a:solidFill>
              </a:rPr>
              <a:t>Thank you</a:t>
            </a:r>
          </a:p>
          <a:p>
            <a:pPr>
              <a:spcBef>
                <a:spcPts val="400"/>
              </a:spcBef>
            </a:pPr>
            <a:endParaRPr sz="1000" b="0" i="0" dirty="0">
              <a:solidFill>
                <a:srgbClr val="1A73E8"/>
              </a:solidFill>
            </a:endParaRPr>
          </a:p>
        </p:txBody>
      </p:sp>
      <p:sp>
        <p:nvSpPr>
          <p:cNvPr id="5" name="Rounded Rectangle 4"/>
          <p:cNvSpPr/>
          <p:nvPr/>
        </p:nvSpPr>
        <p:spPr>
          <a:xfrm>
            <a:off x="663303" y="2427865"/>
            <a:ext cx="3200400" cy="640080"/>
          </a:xfrm>
          <a:prstGeom prst="round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400" b="1">
                <a:solidFill>
                  <a:srgbClr val="FFFFFF"/>
                </a:solidFill>
              </a:rPr>
              <a:t>🛡️ Safety is provable</a:t>
            </a:r>
          </a:p>
        </p:txBody>
      </p:sp>
      <p:sp>
        <p:nvSpPr>
          <p:cNvPr id="6" name="Rounded Rectangle 5"/>
          <p:cNvSpPr/>
          <p:nvPr/>
        </p:nvSpPr>
        <p:spPr>
          <a:xfrm>
            <a:off x="3955142" y="2427865"/>
            <a:ext cx="4754880" cy="640080"/>
          </a:xfrm>
          <a:prstGeom prst="roundRect">
            <a:avLst/>
          </a:prstGeom>
          <a:solidFill>
            <a:srgbClr val="F1F3F4"/>
          </a:solidFill>
          <a:ln w="12700">
            <a:solidFill>
              <a:srgbClr val="34A853"/>
            </a:solid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200" b="0">
                <a:solidFill>
                  <a:srgbClr val="333333"/>
                </a:solidFill>
              </a:rPr>
              <a:t>Enforced by RBAC, </a:t>
            </a:r>
            <a:r>
              <a:rPr lang="en-US" sz="1200" err="1">
                <a:solidFill>
                  <a:srgbClr val="333333"/>
                </a:solidFill>
              </a:rPr>
              <a:t>NetPool</a:t>
            </a:r>
            <a:r>
              <a:rPr sz="1200" b="0">
                <a:solidFill>
                  <a:srgbClr val="333333"/>
                </a:solidFill>
              </a:rPr>
              <a:t>, quotas — in Git.</a:t>
            </a:r>
          </a:p>
        </p:txBody>
      </p:sp>
      <p:sp>
        <p:nvSpPr>
          <p:cNvPr id="7" name="Rounded Rectangle 6"/>
          <p:cNvSpPr/>
          <p:nvPr/>
        </p:nvSpPr>
        <p:spPr>
          <a:xfrm>
            <a:off x="663303" y="3205105"/>
            <a:ext cx="3200400" cy="640080"/>
          </a:xfrm>
          <a:prstGeom prst="round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400" b="1">
                <a:solidFill>
                  <a:srgbClr val="FFFFFF"/>
                </a:solidFill>
              </a:rPr>
              <a:t>⚖️ Fairness is explicit</a:t>
            </a:r>
          </a:p>
        </p:txBody>
      </p:sp>
      <p:sp>
        <p:nvSpPr>
          <p:cNvPr id="8" name="Rounded Rectangle 7"/>
          <p:cNvSpPr/>
          <p:nvPr/>
        </p:nvSpPr>
        <p:spPr>
          <a:xfrm>
            <a:off x="3955142" y="3205105"/>
            <a:ext cx="4754880" cy="640080"/>
          </a:xfrm>
          <a:prstGeom prst="roundRect">
            <a:avLst/>
          </a:prstGeom>
          <a:solidFill>
            <a:srgbClr val="F1F3F4"/>
          </a:solidFill>
          <a:ln w="12700">
            <a:solidFill>
              <a:srgbClr val="1A73E8"/>
            </a:solid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200" b="0">
                <a:solidFill>
                  <a:srgbClr val="333333"/>
                </a:solidFill>
              </a:rPr>
              <a:t>Encoded in priorities and preemption — via Argo CD.</a:t>
            </a:r>
          </a:p>
        </p:txBody>
      </p:sp>
      <p:sp>
        <p:nvSpPr>
          <p:cNvPr id="9" name="Rounded Rectangle 8"/>
          <p:cNvSpPr/>
          <p:nvPr/>
        </p:nvSpPr>
        <p:spPr>
          <a:xfrm>
            <a:off x="663303" y="3982345"/>
            <a:ext cx="3200400" cy="640080"/>
          </a:xfrm>
          <a:prstGeom prst="roundRect">
            <a:avLst/>
          </a:prstGeom>
          <a:solidFill>
            <a:srgbClr val="F57C00"/>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400" b="1">
                <a:solidFill>
                  <a:srgbClr val="FFFFFF"/>
                </a:solidFill>
              </a:rPr>
              <a:t>⚡ Efficiency is measured</a:t>
            </a:r>
          </a:p>
        </p:txBody>
      </p:sp>
      <p:sp>
        <p:nvSpPr>
          <p:cNvPr id="10" name="Rounded Rectangle 9"/>
          <p:cNvSpPr/>
          <p:nvPr/>
        </p:nvSpPr>
        <p:spPr>
          <a:xfrm>
            <a:off x="3955142" y="3982345"/>
            <a:ext cx="4754880" cy="640080"/>
          </a:xfrm>
          <a:prstGeom prst="roundRect">
            <a:avLst/>
          </a:prstGeom>
          <a:solidFill>
            <a:srgbClr val="F1F3F4"/>
          </a:solidFill>
          <a:ln w="12700">
            <a:solidFill>
              <a:srgbClr val="F57C00"/>
            </a:solidFill>
          </a:ln>
        </p:spPr>
        <p:style>
          <a:lnRef idx="1">
            <a:schemeClr val="accent1"/>
          </a:lnRef>
          <a:fillRef idx="3">
            <a:schemeClr val="accent1"/>
          </a:fillRef>
          <a:effectRef idx="2">
            <a:schemeClr val="accent1"/>
          </a:effectRef>
          <a:fontRef idx="minor">
            <a:schemeClr val="lt1"/>
          </a:fontRef>
        </p:style>
        <p:txBody>
          <a:bodyPr wrap="square" lIns="76200" tIns="50800" rIns="76200" bIns="50800" rtlCol="0" anchor="ctr"/>
          <a:lstStyle/>
          <a:p>
            <a:pPr algn="ctr">
              <a:spcBef>
                <a:spcPts val="0"/>
              </a:spcBef>
              <a:spcAft>
                <a:spcPts val="0"/>
              </a:spcAft>
            </a:pPr>
            <a:r>
              <a:rPr sz="1200" b="0">
                <a:solidFill>
                  <a:srgbClr val="333333"/>
                </a:solidFill>
              </a:rPr>
              <a:t>Tracked per tenant, per GPU-hour.</a:t>
            </a:r>
          </a:p>
        </p:txBody>
      </p:sp>
      <p:pic>
        <p:nvPicPr>
          <p:cNvPr id="4" name="Image 2" descr="/mnt/data/assets/dell.png">
            <a:extLst>
              <a:ext uri="{FF2B5EF4-FFF2-40B4-BE49-F238E27FC236}">
                <a16:creationId xmlns:a16="http://schemas.microsoft.com/office/drawing/2014/main" id="{26B93F15-D748-02CC-EAC3-C76AE0841B3B}"/>
              </a:ext>
            </a:extLst>
          </p:cNvPr>
          <p:cNvPicPr>
            <a:picLocks noChangeAspect="1"/>
          </p:cNvPicPr>
          <p:nvPr/>
        </p:nvPicPr>
        <p:blipFill>
          <a:blip r:embed="rId3"/>
          <a:stretch>
            <a:fillRect/>
          </a:stretch>
        </p:blipFill>
        <p:spPr>
          <a:xfrm>
            <a:off x="559602" y="6178550"/>
            <a:ext cx="650894" cy="377190"/>
          </a:xfrm>
          <a:prstGeom prst="rect">
            <a:avLst/>
          </a:prstGeom>
        </p:spPr>
      </p:pic>
      <p:pic>
        <p:nvPicPr>
          <p:cNvPr id="12" name="Picture 11">
            <a:extLst>
              <a:ext uri="{FF2B5EF4-FFF2-40B4-BE49-F238E27FC236}">
                <a16:creationId xmlns:a16="http://schemas.microsoft.com/office/drawing/2014/main" id="{034C70FC-5249-58AF-8E0F-416C82E0D6A4}"/>
              </a:ext>
            </a:extLst>
          </p:cNvPr>
          <p:cNvPicPr>
            <a:picLocks noChangeAspect="1"/>
          </p:cNvPicPr>
          <p:nvPr/>
        </p:nvPicPr>
        <p:blipFill>
          <a:blip r:embed="rId4"/>
          <a:srcRect t="28238" b="22983"/>
          <a:stretch>
            <a:fillRect/>
          </a:stretch>
        </p:blipFill>
        <p:spPr>
          <a:xfrm>
            <a:off x="559602" y="5827500"/>
            <a:ext cx="650894" cy="317500"/>
          </a:xfrm>
          <a:prstGeom prst="rect">
            <a:avLst/>
          </a:prstGeom>
        </p:spPr>
      </p:pic>
      <p:pic>
        <p:nvPicPr>
          <p:cNvPr id="11" name="Picture 10">
            <a:extLst>
              <a:ext uri="{FF2B5EF4-FFF2-40B4-BE49-F238E27FC236}">
                <a16:creationId xmlns:a16="http://schemas.microsoft.com/office/drawing/2014/main" id="{2BCA7F14-9C8D-41C3-DE14-FD19B12118E9}"/>
              </a:ext>
            </a:extLst>
          </p:cNvPr>
          <p:cNvPicPr>
            <a:picLocks noChangeAspect="1"/>
          </p:cNvPicPr>
          <p:nvPr/>
        </p:nvPicPr>
        <p:blipFill>
          <a:blip r:embed="rId5"/>
          <a:srcRect l="7522" r="8244"/>
          <a:stretch>
            <a:fillRect/>
          </a:stretch>
        </p:blipFill>
        <p:spPr>
          <a:xfrm>
            <a:off x="8971280" y="1722277"/>
            <a:ext cx="2875279" cy="3413446"/>
          </a:xfrm>
          <a:prstGeom prst="rect">
            <a:avLst/>
          </a:prstGeom>
        </p:spPr>
      </p:pic>
    </p:spTree>
  </p:cSld>
  <p:clrMapOvr>
    <a:masterClrMapping/>
  </p:clrMapOvr>
</p:sld>
</file>

<file path=ppt/theme/theme1.xml><?xml version="1.0" encoding="utf-8"?>
<a:theme xmlns:a="http://schemas.openxmlformats.org/drawingml/2006/main" name="Red Hat widescreen template">
  <a:themeElements>
    <a:clrScheme name="Simple Light">
      <a:dk1>
        <a:srgbClr val="000000"/>
      </a:dk1>
      <a:lt1>
        <a:srgbClr val="FFFFFF"/>
      </a:lt1>
      <a:dk2>
        <a:srgbClr val="595959"/>
      </a:dk2>
      <a:lt2>
        <a:srgbClr val="EEEEEE"/>
      </a:lt2>
      <a:accent1>
        <a:srgbClr val="EE0000"/>
      </a:accent1>
      <a:accent2>
        <a:srgbClr val="CC0000"/>
      </a:accent2>
      <a:accent3>
        <a:srgbClr val="A30000"/>
      </a:accent3>
      <a:accent4>
        <a:srgbClr val="820000"/>
      </a:accent4>
      <a:accent5>
        <a:srgbClr val="BFBFBF"/>
      </a:accent5>
      <a:accent6>
        <a:srgbClr val="808080"/>
      </a:accent6>
      <a:hlink>
        <a:srgbClr val="EE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10797</TotalTime>
  <Words>2878</Words>
  <Application>Microsoft Macintosh PowerPoint</Application>
  <PresentationFormat>Widescreen</PresentationFormat>
  <Paragraphs>350</Paragraphs>
  <Slides>20</Slides>
  <Notes>20</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Red Hat Text Medium</vt:lpstr>
      <vt:lpstr>Courier New</vt:lpstr>
      <vt:lpstr>Arial</vt:lpstr>
      <vt:lpstr>Red Hat Display</vt:lpstr>
      <vt:lpstr>Aptos</vt:lpstr>
      <vt:lpstr>Red Hat Text</vt:lpstr>
      <vt:lpstr>Red Hat widescreen template</vt:lpstr>
      <vt:lpstr>Multi-tenant GPUs on
Bare Metal OpenShift AI</vt:lpstr>
      <vt:lpstr>Luca Berton </vt:lpstr>
      <vt:lpstr>The Environment: Bare Metal, no Safety Net</vt:lpstr>
      <vt:lpstr>"It runs" ≠ "It's safe to share"</vt:lpstr>
      <vt:lpstr>The Framework</vt:lpstr>
      <vt:lpstr>Three Personas, One Platform</vt:lpstr>
      <vt:lpstr>🔄 GitOps: Everything is Code, Auditable</vt:lpstr>
      <vt:lpstr>🚀 Bootstrap: bare metal to GitOps</vt:lpstr>
      <vt:lpstr>🌐 Multi-tenant networking: HAProxy + Keepalived</vt:lpstr>
      <vt:lpstr>🛡️ Safety: reduce blast radius by design</vt:lpstr>
      <vt:lpstr>🛡️ Safety: tenant bootstrap bundle</vt:lpstr>
      <vt:lpstr>🔧 SR-IOV: NVIDIA Network Op vs NICs</vt:lpstr>
      <vt:lpstr>⚙️ Open kernel modules + DMA-BUF</vt:lpstr>
      <vt:lpstr>⚖️ Fairness: make Contention Deterministic</vt:lpstr>
      <vt:lpstr>⚡ Efficiency: outcomes per GPU-hour</vt:lpstr>
      <vt:lpstr>🔄 The upgrade plan IS the platform</vt:lpstr>
      <vt:lpstr>📊 Make the invisible visible</vt:lpstr>
      <vt:lpstr>Demo</vt:lpstr>
      <vt:lpstr>🔧 Seven Guardrails You Can Apply Today</vt:lpstr>
      <vt:lpstr>Multi-tenant GPUs on bare metal work when...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Luca Berton</cp:lastModifiedBy>
  <cp:revision>28</cp:revision>
  <dcterms:modified xsi:type="dcterms:W3CDTF">2026-05-19T15:19:08Z</dcterms:modified>
</cp:coreProperties>
</file>