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ed Hat Text Medium"/>
      <p:regular r:id="rId17"/>
      <p:bold r:id="rId18"/>
      <p:italic r:id="rId19"/>
      <p:boldItalic r:id="rId20"/>
    </p:embeddedFont>
    <p:embeddedFont>
      <p:font typeface="Red Hat Display"/>
      <p:regular r:id="rId21"/>
      <p:bold r:id="rId22"/>
      <p:italic r:id="rId23"/>
      <p:boldItalic r:id="rId24"/>
    </p:embeddedFont>
    <p:embeddedFont>
      <p:font typeface="Red Hat Tex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TextMedium-boldItalic.fntdata"/><Relationship Id="rId22" Type="http://schemas.openxmlformats.org/officeDocument/2006/relationships/font" Target="fonts/RedHatDisplay-bold.fntdata"/><Relationship Id="rId21" Type="http://schemas.openxmlformats.org/officeDocument/2006/relationships/font" Target="fonts/RedHatDisplay-regular.fntdata"/><Relationship Id="rId24" Type="http://schemas.openxmlformats.org/officeDocument/2006/relationships/font" Target="fonts/RedHatDisplay-boldItalic.fntdata"/><Relationship Id="rId23" Type="http://schemas.openxmlformats.org/officeDocument/2006/relationships/font" Target="fonts/RedHat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Text-bold.fntdata"/><Relationship Id="rId25" Type="http://schemas.openxmlformats.org/officeDocument/2006/relationships/font" Target="fonts/RedHatText-regular.fntdata"/><Relationship Id="rId28" Type="http://schemas.openxmlformats.org/officeDocument/2006/relationships/font" Target="fonts/RedHatText-boldItalic.fntdata"/><Relationship Id="rId27" Type="http://schemas.openxmlformats.org/officeDocument/2006/relationships/font" Target="fonts/RedHatTex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edHatTextMedium-regular.fntdata"/><Relationship Id="rId16" Type="http://schemas.openxmlformats.org/officeDocument/2006/relationships/slide" Target="slides/slide11.xml"/><Relationship Id="rId19" Type="http://schemas.openxmlformats.org/officeDocument/2006/relationships/font" Target="fonts/RedHatTextMedium-italic.fntdata"/><Relationship Id="rId18" Type="http://schemas.openxmlformats.org/officeDocument/2006/relationships/font" Target="fonts/RedHatTex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8cdfc54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8cdfc54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3c7dea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3c7dea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2b0e3b42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2b0e3b42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3c7dea7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3c7dea7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1b2807af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1b2807af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3c7dea77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3c7dea77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334f040f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334f040f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334f040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0334f040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3c7dea77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3c7dea7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234bf4836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234bf4836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29b2bd6f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29b2bd6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 - Open Slide - Light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2400"/>
              <a:buNone/>
              <a:defRPr sz="2400">
                <a:solidFill>
                  <a:srgbClr val="1D0C3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D0C35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+AF - Open Slide - Ligh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2400"/>
              <a:buNone/>
              <a:defRPr sz="2400">
                <a:solidFill>
                  <a:srgbClr val="1D0C3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C4D"/>
              </a:buClr>
              <a:buSzPts val="2400"/>
              <a:buNone/>
              <a:defRPr sz="2400">
                <a:solidFill>
                  <a:srgbClr val="142C4D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D0C35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142C4D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200"/>
              <a:buNone/>
              <a:defRPr sz="1200">
                <a:solidFill>
                  <a:srgbClr val="1D0C3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 - Open Slide - Dark">
  <p:cSld name="TITLE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+AF - Open Slide - Dark">
  <p:cSld name="TITLE_3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Light #1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000"/>
              <a:buFont typeface="Red Hat Text Medium"/>
              <a:buNone/>
              <a:defRPr sz="10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Light #2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000"/>
              <a:buFont typeface="Red Hat Text Medium"/>
              <a:buNone/>
              <a:defRPr sz="10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Text Medium"/>
              <a:buNone/>
              <a:defRPr sz="10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Dark #1">
  <p:cSld name="CUSTOM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Dark #2">
  <p:cSld name="CUSTOM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 - Summit - Closing Slide - White">
  <p:cSld name="CUSTOM_2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rgbClr val="1D0C3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42" name="Google Shape;42;p10"/>
          <p:cNvGrpSpPr/>
          <p:nvPr/>
        </p:nvGrpSpPr>
        <p:grpSpPr>
          <a:xfrm>
            <a:off x="1103254" y="4027796"/>
            <a:ext cx="8047411" cy="1050790"/>
            <a:chOff x="1164233" y="4202325"/>
            <a:chExt cx="5715491" cy="746300"/>
          </a:xfrm>
        </p:grpSpPr>
        <p:sp>
          <p:nvSpPr>
            <p:cNvPr id="43" name="Google Shape;43;p10"/>
            <p:cNvSpPr txBox="1"/>
            <p:nvPr/>
          </p:nvSpPr>
          <p:spPr>
            <a:xfrm>
              <a:off x="1407149" y="42023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linkedin.com/company/red-hat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" name="Google Shape;44;p10"/>
            <p:cNvSpPr txBox="1"/>
            <p:nvPr/>
          </p:nvSpPr>
          <p:spPr>
            <a:xfrm>
              <a:off x="1407149" y="47074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instagram.com/red_hat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" name="Google Shape;45;p10"/>
            <p:cNvSpPr txBox="1"/>
            <p:nvPr/>
          </p:nvSpPr>
          <p:spPr>
            <a:xfrm>
              <a:off x="4319224" y="42023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facebook.com/redhat</a:t>
              </a:r>
              <a:endParaRPr sz="169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46" name="Google Shape;46;p10"/>
            <p:cNvSpPr txBox="1"/>
            <p:nvPr/>
          </p:nvSpPr>
          <p:spPr>
            <a:xfrm>
              <a:off x="4319224" y="47074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x.com/RedHatSummit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pic>
          <p:nvPicPr>
            <p:cNvPr id="47" name="Google Shape;4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90158" y="47134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0158" y="42083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0" title="Icon-Social_and_external-Instagram-Square-Black-RGB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233" y="47134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64233" y="42083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+AF - Summit - Closing Slide - White">
  <p:cSld name="CUSTOM_2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rgbClr val="1D0C3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53" name="Google Shape;53;p11"/>
          <p:cNvGrpSpPr/>
          <p:nvPr/>
        </p:nvGrpSpPr>
        <p:grpSpPr>
          <a:xfrm>
            <a:off x="1103254" y="4027796"/>
            <a:ext cx="8047411" cy="1050790"/>
            <a:chOff x="1164233" y="4202325"/>
            <a:chExt cx="5715491" cy="746300"/>
          </a:xfrm>
        </p:grpSpPr>
        <p:sp>
          <p:nvSpPr>
            <p:cNvPr id="54" name="Google Shape;54;p11"/>
            <p:cNvSpPr txBox="1"/>
            <p:nvPr/>
          </p:nvSpPr>
          <p:spPr>
            <a:xfrm>
              <a:off x="1407149" y="42023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linkedin.com/company/red-hat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" name="Google Shape;55;p11"/>
            <p:cNvSpPr txBox="1"/>
            <p:nvPr/>
          </p:nvSpPr>
          <p:spPr>
            <a:xfrm>
              <a:off x="1407149" y="47074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instagram.com/red_hat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" name="Google Shape;56;p11"/>
            <p:cNvSpPr txBox="1"/>
            <p:nvPr/>
          </p:nvSpPr>
          <p:spPr>
            <a:xfrm>
              <a:off x="4319224" y="42023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facebook.com/redhat</a:t>
              </a:r>
              <a:endParaRPr sz="169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57" name="Google Shape;57;p11"/>
            <p:cNvSpPr txBox="1"/>
            <p:nvPr/>
          </p:nvSpPr>
          <p:spPr>
            <a:xfrm>
              <a:off x="4319224" y="47074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725" lIns="128725" spcFirstLastPara="1" rIns="128725" wrap="square" tIns="12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90">
                  <a:solidFill>
                    <a:srgbClr val="151515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x.com/RedHatSummit</a:t>
              </a:r>
              <a:endParaRPr sz="169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pic>
          <p:nvPicPr>
            <p:cNvPr id="58" name="Google Shape;58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90158" y="47134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0158" y="42083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1" title="Icon-Social_and_external-Instagram-Square-Black-RGB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233" y="47134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64233" y="42083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 - Summit - Closing Slide - Blue &amp; Red">
  <p:cSld name="CUSTOM_2_1_1_1_1_1_1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9576" y="7311049"/>
            <a:ext cx="170097" cy="17009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/>
        </p:nvSpPr>
        <p:spPr>
          <a:xfrm>
            <a:off x="4759971" y="7055441"/>
            <a:ext cx="27309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 b="1" sz="800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59595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1" sz="800">
              <a:solidFill>
                <a:srgbClr val="59595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66" name="Google Shape;66;p12"/>
          <p:cNvGrpSpPr/>
          <p:nvPr/>
        </p:nvGrpSpPr>
        <p:grpSpPr>
          <a:xfrm>
            <a:off x="1103274" y="4037496"/>
            <a:ext cx="7973682" cy="1041163"/>
            <a:chOff x="1012520" y="4049925"/>
            <a:chExt cx="5715491" cy="746300"/>
          </a:xfrm>
        </p:grpSpPr>
        <p:sp>
          <p:nvSpPr>
            <p:cNvPr id="67" name="Google Shape;67;p12"/>
            <p:cNvSpPr txBox="1"/>
            <p:nvPr/>
          </p:nvSpPr>
          <p:spPr>
            <a:xfrm>
              <a:off x="1255436" y="40499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linkedin.com/company/red-hat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" name="Google Shape;68;p12"/>
            <p:cNvSpPr txBox="1"/>
            <p:nvPr/>
          </p:nvSpPr>
          <p:spPr>
            <a:xfrm>
              <a:off x="1255436" y="45550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instagram.com/red_hat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" name="Google Shape;69;p12"/>
            <p:cNvSpPr txBox="1"/>
            <p:nvPr/>
          </p:nvSpPr>
          <p:spPr>
            <a:xfrm>
              <a:off x="4167511" y="40499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facebook.com/redhat</a:t>
              </a:r>
              <a:endParaRPr sz="1674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70" name="Google Shape;70;p12"/>
            <p:cNvSpPr txBox="1"/>
            <p:nvPr/>
          </p:nvSpPr>
          <p:spPr>
            <a:xfrm>
              <a:off x="4167511" y="45550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x.com/RedHatSummit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pic>
          <p:nvPicPr>
            <p:cNvPr id="71" name="Google Shape;71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38445" y="45610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38445" y="40559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2" title="Icon-Social_and_external-Instagram-Square-White-RGB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2520" y="45610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12520" y="40559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S+AF - Summit - Closing Slide - Blue &amp; Red">
  <p:cSld name="CUSTOM_2_1_1_1_1_1_1_1_1_1_2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/>
        </p:nvSpPr>
        <p:spPr>
          <a:xfrm>
            <a:off x="901292" y="2200350"/>
            <a:ext cx="489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sz="7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77" name="Google Shape;77;p13"/>
          <p:cNvGrpSpPr/>
          <p:nvPr/>
        </p:nvGrpSpPr>
        <p:grpSpPr>
          <a:xfrm>
            <a:off x="1103274" y="4037496"/>
            <a:ext cx="7973682" cy="1041163"/>
            <a:chOff x="1012520" y="4049925"/>
            <a:chExt cx="5715491" cy="746300"/>
          </a:xfrm>
        </p:grpSpPr>
        <p:sp>
          <p:nvSpPr>
            <p:cNvPr id="78" name="Google Shape;78;p13"/>
            <p:cNvSpPr txBox="1"/>
            <p:nvPr/>
          </p:nvSpPr>
          <p:spPr>
            <a:xfrm>
              <a:off x="1255436" y="40499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linkedin.com/company/red-hat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13"/>
            <p:cNvSpPr txBox="1"/>
            <p:nvPr/>
          </p:nvSpPr>
          <p:spPr>
            <a:xfrm>
              <a:off x="1255436" y="45550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instagram.com/red_hat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13"/>
            <p:cNvSpPr txBox="1"/>
            <p:nvPr/>
          </p:nvSpPr>
          <p:spPr>
            <a:xfrm>
              <a:off x="4167511" y="40499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facebook.com/redhat</a:t>
              </a:r>
              <a:endParaRPr sz="1674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81" name="Google Shape;81;p13"/>
            <p:cNvSpPr txBox="1"/>
            <p:nvPr/>
          </p:nvSpPr>
          <p:spPr>
            <a:xfrm>
              <a:off x="4167511" y="4555025"/>
              <a:ext cx="2560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550" lIns="127550" spcFirstLastPara="1" rIns="127550" wrap="square" tIns="127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74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x.com/RedHatSummit</a:t>
              </a:r>
              <a:endParaRPr sz="1674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pic>
          <p:nvPicPr>
            <p:cNvPr id="82" name="Google Shape;8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38445" y="45610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38445" y="4055968"/>
              <a:ext cx="229074" cy="229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3" title="Icon-Social_and_external-Instagram-Square-White-RGB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2520" y="45610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12520" y="4055968"/>
              <a:ext cx="229075" cy="229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#1">
  <p:cSld name="CUSTOM_4_18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8" name="Google Shape;88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#2">
  <p:cSld name="CUSTOM_4_17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885050" y="8717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1D0C35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96" name="Google Shape;96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1D0C35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idx="2" type="subTitle"/>
          </p:nvPr>
        </p:nvSpPr>
        <p:spPr>
          <a:xfrm>
            <a:off x="885125" y="1424950"/>
            <a:ext cx="104220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1D0C35"/>
                </a:solidFill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400"/>
              <a:buChar char="▸"/>
              <a:defRPr sz="1400">
                <a:solidFill>
                  <a:srgbClr val="1D0C35"/>
                </a:solidFill>
              </a:defRPr>
            </a:lvl1pPr>
            <a:lvl2pPr indent="-304800" lvl="1" marL="9144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2pPr>
            <a:lvl3pPr indent="-304800" lvl="2" marL="13716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3pPr>
            <a:lvl4pPr indent="-304800" lvl="3" marL="18288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4pPr>
            <a:lvl5pPr indent="-304800" lvl="4" marL="22860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5pPr>
            <a:lvl6pPr indent="-304800" lvl="5" marL="27432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6pPr>
            <a:lvl7pPr indent="-304800" lvl="6" marL="32004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7pPr>
            <a:lvl8pPr indent="-304800" lvl="7" marL="365760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8pPr>
            <a:lvl9pPr indent="-304800" lvl="8" marL="4114800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buClr>
                <a:srgbClr val="1D0C35"/>
              </a:buClr>
              <a:buSzPts val="1200"/>
              <a:buChar char="･"/>
              <a:defRPr sz="1200">
                <a:solidFill>
                  <a:srgbClr val="1D0C3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3400"/>
              <a:buFont typeface="Red Hat Display"/>
              <a:buNone/>
              <a:defRPr sz="3400">
                <a:solidFill>
                  <a:srgbClr val="1D0C3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0C35"/>
              </a:buClr>
              <a:buSzPts val="1600"/>
              <a:buFont typeface="Red Hat Text"/>
              <a:buChar char="▸"/>
              <a:defRPr sz="1600"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indent="-3175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indent="-3175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indent="-3175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indent="-3175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indent="-3175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indent="-3175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indent="-3175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indent="-3175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1D0C35"/>
              </a:buClr>
              <a:buSzPts val="1400"/>
              <a:buFont typeface="Red Hat Text"/>
              <a:buChar char="･"/>
              <a:defRPr>
                <a:solidFill>
                  <a:srgbClr val="1D0C3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1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 Hat Summit 2026 slide template </a:t>
            </a:r>
            <a:endParaRPr sz="18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highlight>
                  <a:srgbClr val="FFFF00"/>
                </a:highlight>
                <a:latin typeface="Red Hat Display"/>
                <a:ea typeface="Red Hat Display"/>
                <a:cs typeface="Red Hat Display"/>
                <a:sym typeface="Red Hat Display"/>
              </a:rPr>
              <a:t>Delete this slide before </a:t>
            </a:r>
            <a:r>
              <a:rPr lang="en" sz="2800">
                <a:solidFill>
                  <a:srgbClr val="000000"/>
                </a:solidFill>
                <a:highlight>
                  <a:srgbClr val="FFFF00"/>
                </a:highlight>
                <a:latin typeface="Red Hat Display"/>
                <a:ea typeface="Red Hat Display"/>
                <a:cs typeface="Red Hat Display"/>
                <a:sym typeface="Red Hat Display"/>
              </a:rPr>
              <a:t>using</a:t>
            </a:r>
            <a:r>
              <a:rPr lang="en" sz="2800">
                <a:solidFill>
                  <a:srgbClr val="000000"/>
                </a:solidFill>
                <a:highlight>
                  <a:srgbClr val="FFFF00"/>
                </a:highlight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  <a:endParaRPr sz="2800">
              <a:solidFill>
                <a:srgbClr val="000000"/>
              </a:solidFill>
              <a:highlight>
                <a:srgbClr val="FFFF00"/>
              </a:highlight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2381100" y="2387750"/>
            <a:ext cx="7429800" cy="1477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To use this template, make a copy of this slide deck and transfer the entire presentation. </a:t>
            </a:r>
            <a:br>
              <a:rPr lang="en"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From there you can save the presentation under a new name and onto your Google Drive. </a:t>
            </a:r>
            <a:br>
              <a:rPr lang="en"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Do not select “share with the same people” and “copy comments” unless needed. 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File &gt; Make a copy &gt; Entire presentation 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976653" y="3729441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>
            <p:ph type="title"/>
          </p:nvPr>
        </p:nvSpPr>
        <p:spPr>
          <a:xfrm>
            <a:off x="976803" y="2572161"/>
            <a:ext cx="7533300" cy="9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>
            <p:ph idx="2" type="subTitle"/>
          </p:nvPr>
        </p:nvSpPr>
        <p:spPr>
          <a:xfrm>
            <a:off x="976653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>
            <p:ph idx="3" type="subTitle"/>
          </p:nvPr>
        </p:nvSpPr>
        <p:spPr>
          <a:xfrm>
            <a:off x="3364778" y="4889316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885050" y="8717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idx="2" type="subTitle"/>
          </p:nvPr>
        </p:nvSpPr>
        <p:spPr>
          <a:xfrm>
            <a:off x="885125" y="1424950"/>
            <a:ext cx="104220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