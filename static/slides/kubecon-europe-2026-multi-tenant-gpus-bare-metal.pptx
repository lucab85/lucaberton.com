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omments/modernComment_101_0.xml" ContentType="application/vnd.ms-powerpoint.comments+xml"/>
  <Override PartName="/ppt/comments/modernComment_102_0.xml" ContentType="application/vnd.ms-powerpoint.comments+xml"/>
  <Override PartName="/ppt/comments/modernComment_104_0.xml" ContentType="application/vnd.ms-powerpoint.comments+xml"/>
  <Override PartName="/ppt/comments/modernComment_105_0.xml" ContentType="application/vnd.ms-powerpoint.comments+xml"/>
  <Override PartName="/ppt/comments/modernComment_107_0.xml" ContentType="application/vnd.ms-powerpoint.comments+xml"/>
  <Override PartName="/ppt/comments/modernComment_108_0.xml" ContentType="application/vnd.ms-powerpoint.comments+xml"/>
  <Override PartName="/ppt/comments/modernComment_10B_0.xml" ContentType="application/vnd.ms-powerpoint.comments+xml"/>
  <Override PartName="/ppt/comments/modernComment_10C_0.xml" ContentType="application/vnd.ms-powerpoint.comments+xml"/>
  <Override PartName="/ppt/comments/modernComment_10D_0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3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2" roundtripDataSignature="AMtx7mi6DZVrj0aiR1+jYXbSLBnMAxDEY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293C442-04B4-C720-E5D6-0283907CDABC}" name="Fabre, Benoit" initials="FB" userId="S::benoit.fabre@dell.com::5500c8b4-f090-4d77-bc7c-88cca2e1d7ce" providerId="AD"/>
  <p188:author id="{410D0A5D-0BD6-AD66-5DB3-06FFCA08DF24}" name="Berton, Luca - Dell Team" initials="LB" userId="S::Luca.Berton@dellteam.com::aba6fabb-b799-429c-99b9-61cfd6c471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E83ADC-DD8A-73F9-9724-19F8ED35AF83}" v="14" dt="2026-03-03T08:34:34.012"/>
    <p1510:client id="{BF445577-33BA-442E-8B46-5E00530A11BB}" v="36" dt="2026-03-03T07:55:46.102"/>
    <p1510:client id="{D1501D78-64CA-4234-9B17-834DE291BF9C}" v="435" dt="2026-03-03T08:13:16.1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ton, Luca - Dell Team" userId="S::luca.berton@dellteam.com::aba6fabb-b799-429c-99b9-61cfd6c47137" providerId="AD" clId="Web-{25E83ADC-DD8A-73F9-9724-19F8ED35AF83}"/>
    <pc:docChg chg="modSld">
      <pc:chgData name="Berton, Luca - Dell Team" userId="S::luca.berton@dellteam.com::aba6fabb-b799-429c-99b9-61cfd6c47137" providerId="AD" clId="Web-{25E83ADC-DD8A-73F9-9724-19F8ED35AF83}" dt="2026-03-03T08:34:34.012" v="13" actId="14100"/>
      <pc:docMkLst>
        <pc:docMk/>
      </pc:docMkLst>
      <pc:sldChg chg="addSp delSp modSp">
        <pc:chgData name="Berton, Luca - Dell Team" userId="S::luca.berton@dellteam.com::aba6fabb-b799-429c-99b9-61cfd6c47137" providerId="AD" clId="Web-{25E83ADC-DD8A-73F9-9724-19F8ED35AF83}" dt="2026-03-03T08:34:34.012" v="13" actId="14100"/>
        <pc:sldMkLst>
          <pc:docMk/>
          <pc:sldMk cId="0" sldId="257"/>
        </pc:sldMkLst>
        <pc:spChg chg="del mod">
          <ac:chgData name="Berton, Luca - Dell Team" userId="S::luca.berton@dellteam.com::aba6fabb-b799-429c-99b9-61cfd6c47137" providerId="AD" clId="Web-{25E83ADC-DD8A-73F9-9724-19F8ED35AF83}" dt="2026-03-03T08:34:29.262" v="12"/>
          <ac:spMkLst>
            <pc:docMk/>
            <pc:sldMk cId="0" sldId="257"/>
            <ac:spMk id="5" creationId="{3EA9943C-90F8-213E-2978-EB39808C3E74}"/>
          </ac:spMkLst>
        </pc:spChg>
        <pc:picChg chg="add mod ord">
          <ac:chgData name="Berton, Luca - Dell Team" userId="S::luca.berton@dellteam.com::aba6fabb-b799-429c-99b9-61cfd6c47137" providerId="AD" clId="Web-{25E83ADC-DD8A-73F9-9724-19F8ED35AF83}" dt="2026-03-03T08:34:34.012" v="13" actId="14100"/>
          <ac:picMkLst>
            <pc:docMk/>
            <pc:sldMk cId="0" sldId="257"/>
            <ac:picMk id="4" creationId="{B849E971-BCD9-692E-40F2-A6D38C1B2A80}"/>
          </ac:picMkLst>
        </pc:picChg>
        <pc:picChg chg="del">
          <ac:chgData name="Berton, Luca - Dell Team" userId="S::luca.berton@dellteam.com::aba6fabb-b799-429c-99b9-61cfd6c47137" providerId="AD" clId="Web-{25E83ADC-DD8A-73F9-9724-19F8ED35AF83}" dt="2026-03-03T08:33:26.634" v="5"/>
          <ac:picMkLst>
            <pc:docMk/>
            <pc:sldMk cId="0" sldId="257"/>
            <ac:picMk id="12" creationId="{A3D8A4D2-4A91-34D5-A2AA-0773B0B8E65B}"/>
          </ac:picMkLst>
        </pc:picChg>
      </pc:sldChg>
    </pc:docChg>
  </pc:docChgLst>
  <pc:docChgLst>
    <pc:chgData name="Fabre, Benoit" userId="S::benoit.fabre@dell.com::5500c8b4-f090-4d77-bc7c-88cca2e1d7ce" providerId="AD" clId="Web-{BF445577-33BA-442E-8B46-5E00530A11BB}"/>
    <pc:docChg chg="mod modSld">
      <pc:chgData name="Fabre, Benoit" userId="S::benoit.fabre@dell.com::5500c8b4-f090-4d77-bc7c-88cca2e1d7ce" providerId="AD" clId="Web-{BF445577-33BA-442E-8B46-5E00530A11BB}" dt="2026-03-03T07:55:46.102" v="21" actId="20577"/>
      <pc:docMkLst>
        <pc:docMk/>
      </pc:docMkLst>
      <pc:sldChg chg="modSp">
        <pc:chgData name="Fabre, Benoit" userId="S::benoit.fabre@dell.com::5500c8b4-f090-4d77-bc7c-88cca2e1d7ce" providerId="AD" clId="Web-{BF445577-33BA-442E-8B46-5E00530A11BB}" dt="2026-03-03T07:52:07.237" v="17" actId="20577"/>
        <pc:sldMkLst>
          <pc:docMk/>
          <pc:sldMk cId="0" sldId="266"/>
        </pc:sldMkLst>
        <pc:spChg chg="mod">
          <ac:chgData name="Fabre, Benoit" userId="S::benoit.fabre@dell.com::5500c8b4-f090-4d77-bc7c-88cca2e1d7ce" providerId="AD" clId="Web-{BF445577-33BA-442E-8B46-5E00530A11BB}" dt="2026-03-03T07:51:52.252" v="2" actId="20577"/>
          <ac:spMkLst>
            <pc:docMk/>
            <pc:sldMk cId="0" sldId="266"/>
            <ac:spMk id="6" creationId="{00000000-0000-0000-0000-000000000000}"/>
          </ac:spMkLst>
        </pc:spChg>
        <pc:spChg chg="mod">
          <ac:chgData name="Fabre, Benoit" userId="S::benoit.fabre@dell.com::5500c8b4-f090-4d77-bc7c-88cca2e1d7ce" providerId="AD" clId="Web-{BF445577-33BA-442E-8B46-5E00530A11BB}" dt="2026-03-03T07:52:07.237" v="17" actId="20577"/>
          <ac:spMkLst>
            <pc:docMk/>
            <pc:sldMk cId="0" sldId="266"/>
            <ac:spMk id="8" creationId="{00000000-0000-0000-0000-000000000000}"/>
          </ac:spMkLst>
        </pc:spChg>
      </pc:sldChg>
      <pc:sldChg chg="modSp">
        <pc:chgData name="Fabre, Benoit" userId="S::benoit.fabre@dell.com::5500c8b4-f090-4d77-bc7c-88cca2e1d7ce" providerId="AD" clId="Web-{BF445577-33BA-442E-8B46-5E00530A11BB}" dt="2026-03-03T07:55:23.352" v="19" actId="20577"/>
        <pc:sldMkLst>
          <pc:docMk/>
          <pc:sldMk cId="0" sldId="272"/>
        </pc:sldMkLst>
        <pc:spChg chg="mod">
          <ac:chgData name="Fabre, Benoit" userId="S::benoit.fabre@dell.com::5500c8b4-f090-4d77-bc7c-88cca2e1d7ce" providerId="AD" clId="Web-{BF445577-33BA-442E-8B46-5E00530A11BB}" dt="2026-03-03T07:55:23.352" v="19" actId="20577"/>
          <ac:spMkLst>
            <pc:docMk/>
            <pc:sldMk cId="0" sldId="272"/>
            <ac:spMk id="11" creationId="{00000000-0000-0000-0000-000000000000}"/>
          </ac:spMkLst>
        </pc:spChg>
      </pc:sldChg>
      <pc:sldChg chg="modSp">
        <pc:chgData name="Fabre, Benoit" userId="S::benoit.fabre@dell.com::5500c8b4-f090-4d77-bc7c-88cca2e1d7ce" providerId="AD" clId="Web-{BF445577-33BA-442E-8B46-5E00530A11BB}" dt="2026-03-03T07:55:46.102" v="21" actId="20577"/>
        <pc:sldMkLst>
          <pc:docMk/>
          <pc:sldMk cId="0" sldId="273"/>
        </pc:sldMkLst>
        <pc:spChg chg="mod">
          <ac:chgData name="Fabre, Benoit" userId="S::benoit.fabre@dell.com::5500c8b4-f090-4d77-bc7c-88cca2e1d7ce" providerId="AD" clId="Web-{BF445577-33BA-442E-8B46-5E00530A11BB}" dt="2026-03-03T07:55:46.102" v="21" actId="20577"/>
          <ac:spMkLst>
            <pc:docMk/>
            <pc:sldMk cId="0" sldId="273"/>
            <ac:spMk id="6" creationId="{00000000-0000-0000-0000-000000000000}"/>
          </ac:spMkLst>
        </pc:spChg>
      </pc:sldChg>
    </pc:docChg>
  </pc:docChgLst>
  <pc:docChgLst>
    <pc:chgData name="Berton, Luca - Dell Team" userId="aba6fabb-b799-429c-99b9-61cfd6c47137" providerId="ADAL" clId="{32CDFBBE-302B-4599-92F2-92ECD5E6EA60}"/>
    <pc:docChg chg="undo custSel mod addSld modSld">
      <pc:chgData name="Berton, Luca - Dell Team" userId="aba6fabb-b799-429c-99b9-61cfd6c47137" providerId="ADAL" clId="{32CDFBBE-302B-4599-92F2-92ECD5E6EA60}" dt="2026-03-03T08:13:16.114" v="956" actId="1076"/>
      <pc:docMkLst>
        <pc:docMk/>
      </pc:docMkLst>
      <pc:sldChg chg="delSp modSp mod">
        <pc:chgData name="Berton, Luca - Dell Team" userId="aba6fabb-b799-429c-99b9-61cfd6c47137" providerId="ADAL" clId="{32CDFBBE-302B-4599-92F2-92ECD5E6EA60}" dt="2026-03-02T19:55:16.214" v="40" actId="478"/>
        <pc:sldMkLst>
          <pc:docMk/>
          <pc:sldMk cId="0" sldId="256"/>
        </pc:sldMkLst>
        <pc:spChg chg="mod">
          <ac:chgData name="Berton, Luca - Dell Team" userId="aba6fabb-b799-429c-99b9-61cfd6c47137" providerId="ADAL" clId="{32CDFBBE-302B-4599-92F2-92ECD5E6EA60}" dt="2026-03-02T19:53:45.085" v="3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19:53:31.525" v="2" actId="207"/>
          <ac:spMkLst>
            <pc:docMk/>
            <pc:sldMk cId="0" sldId="256"/>
            <ac:spMk id="3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19:55:16.214" v="40" actId="478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 modCm">
        <pc:chgData name="Berton, Luca - Dell Team" userId="aba6fabb-b799-429c-99b9-61cfd6c47137" providerId="ADAL" clId="{32CDFBBE-302B-4599-92F2-92ECD5E6EA60}" dt="2026-03-03T08:13:16.114" v="956" actId="1076"/>
        <pc:sldMkLst>
          <pc:docMk/>
          <pc:sldMk cId="0" sldId="257"/>
        </pc:sldMkLst>
        <pc:spChg chg="mod">
          <ac:chgData name="Berton, Luca - Dell Team" userId="aba6fabb-b799-429c-99b9-61cfd6c47137" providerId="ADAL" clId="{32CDFBBE-302B-4599-92F2-92ECD5E6EA60}" dt="2026-03-02T20:12:33.045" v="399" actId="207"/>
          <ac:spMkLst>
            <pc:docMk/>
            <pc:sldMk cId="0" sldId="257"/>
            <ac:spMk id="2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3T07:53:03.730" v="815"/>
          <ac:spMkLst>
            <pc:docMk/>
            <pc:sldMk cId="0" sldId="257"/>
            <ac:spMk id="3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02:53.498" v="160" actId="478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Berton, Luca - Dell Team" userId="aba6fabb-b799-429c-99b9-61cfd6c47137" providerId="ADAL" clId="{32CDFBBE-302B-4599-92F2-92ECD5E6EA60}" dt="2026-03-03T08:12:01.658" v="938" actId="33987"/>
          <ac:spMkLst>
            <pc:docMk/>
            <pc:sldMk cId="0" sldId="257"/>
            <ac:spMk id="4" creationId="{14060D8A-A986-B213-2307-E96B849C6585}"/>
          </ac:spMkLst>
        </pc:spChg>
        <pc:spChg chg="add del mod">
          <ac:chgData name="Berton, Luca - Dell Team" userId="aba6fabb-b799-429c-99b9-61cfd6c47137" providerId="ADAL" clId="{32CDFBBE-302B-4599-92F2-92ECD5E6EA60}" dt="2026-03-02T20:02:54.825" v="161" actId="478"/>
          <ac:spMkLst>
            <pc:docMk/>
            <pc:sldMk cId="0" sldId="257"/>
            <ac:spMk id="5" creationId="{00000000-0000-0000-0000-000000000000}"/>
          </ac:spMkLst>
        </pc:spChg>
        <pc:spChg chg="add mod">
          <ac:chgData name="Berton, Luca - Dell Team" userId="aba6fabb-b799-429c-99b9-61cfd6c47137" providerId="ADAL" clId="{32CDFBBE-302B-4599-92F2-92ECD5E6EA60}" dt="2026-03-03T08:13:16.114" v="956" actId="1076"/>
          <ac:spMkLst>
            <pc:docMk/>
            <pc:sldMk cId="0" sldId="257"/>
            <ac:spMk id="5" creationId="{3EA9943C-90F8-213E-2978-EB39808C3E74}"/>
          </ac:spMkLst>
        </pc:spChg>
        <pc:spChg chg="mod">
          <ac:chgData name="Berton, Luca - Dell Team" userId="aba6fabb-b799-429c-99b9-61cfd6c47137" providerId="ADAL" clId="{32CDFBBE-302B-4599-92F2-92ECD5E6EA60}" dt="2026-03-03T07:52:49.991" v="805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3T07:52:49.991" v="805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3T07:52:49.991" v="805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3T07:52:49.991" v="805" actId="1076"/>
          <ac:spMkLst>
            <pc:docMk/>
            <pc:sldMk cId="0" sldId="257"/>
            <ac:spMk id="9" creationId="{00000000-0000-0000-0000-000000000000}"/>
          </ac:spMkLst>
        </pc:spChg>
        <pc:picChg chg="add del mod">
          <ac:chgData name="Berton, Luca - Dell Team" userId="aba6fabb-b799-429c-99b9-61cfd6c47137" providerId="ADAL" clId="{32CDFBBE-302B-4599-92F2-92ECD5E6EA60}" dt="2026-03-02T20:16:12.552" v="435" actId="478"/>
          <ac:picMkLst>
            <pc:docMk/>
            <pc:sldMk cId="0" sldId="257"/>
            <ac:picMk id="10" creationId="{503FE734-C30F-7797-3A67-09E0DD8F5C6A}"/>
          </ac:picMkLst>
        </pc:picChg>
        <pc:picChg chg="add mod">
          <ac:chgData name="Berton, Luca - Dell Team" userId="aba6fabb-b799-429c-99b9-61cfd6c47137" providerId="ADAL" clId="{32CDFBBE-302B-4599-92F2-92ECD5E6EA60}" dt="2026-03-02T20:16:13.519" v="436"/>
          <ac:picMkLst>
            <pc:docMk/>
            <pc:sldMk cId="0" sldId="257"/>
            <ac:picMk id="11" creationId="{6C154399-9E47-3F11-8F63-55926D422B3C}"/>
          </ac:picMkLst>
        </pc:picChg>
        <pc:picChg chg="add mod">
          <ac:chgData name="Berton, Luca - Dell Team" userId="aba6fabb-b799-429c-99b9-61cfd6c47137" providerId="ADAL" clId="{32CDFBBE-302B-4599-92F2-92ECD5E6EA60}" dt="2026-03-03T08:12:50.570" v="950" actId="1076"/>
          <ac:picMkLst>
            <pc:docMk/>
            <pc:sldMk cId="0" sldId="257"/>
            <ac:picMk id="12" creationId="{A3D8A4D2-4A91-34D5-A2AA-0773B0B8E65B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Berton, Luca - Dell Team" userId="aba6fabb-b799-429c-99b9-61cfd6c47137" providerId="ADAL" clId="{32CDFBBE-302B-4599-92F2-92ECD5E6EA60}" dt="2026-03-03T07:52:59.669" v="814" actId="21"/>
              <pc2:cmMkLst xmlns:pc2="http://schemas.microsoft.com/office/powerpoint/2019/9/main/command">
                <pc:docMk/>
                <pc:sldMk cId="0" sldId="257"/>
                <pc2:cmMk id="{86B3C031-14DB-47CF-95F5-1255AFB73955}"/>
              </pc2:cmMkLst>
            </pc226:cmChg>
            <pc226:cmChg xmlns:pc226="http://schemas.microsoft.com/office/powerpoint/2022/06/main/command" chg="mod">
              <pc226:chgData name="Berton, Luca - Dell Team" userId="aba6fabb-b799-429c-99b9-61cfd6c47137" providerId="ADAL" clId="{32CDFBBE-302B-4599-92F2-92ECD5E6EA60}" dt="2026-03-03T07:52:59.669" v="814" actId="21"/>
              <pc2:cmMkLst xmlns:pc2="http://schemas.microsoft.com/office/powerpoint/2019/9/main/command">
                <pc:docMk/>
                <pc:sldMk cId="0" sldId="257"/>
                <pc2:cmMk id="{85165277-8E68-4E23-9B78-D1F3EB2CDB51}"/>
              </pc2:cmMkLst>
            </pc226:cmChg>
          </p:ext>
        </pc:extLst>
      </pc:sldChg>
      <pc:sldChg chg="addSp delSp modSp mod modCm">
        <pc:chgData name="Berton, Luca - Dell Team" userId="aba6fabb-b799-429c-99b9-61cfd6c47137" providerId="ADAL" clId="{32CDFBBE-302B-4599-92F2-92ECD5E6EA60}" dt="2026-03-03T07:54:56.859" v="855" actId="6549"/>
        <pc:sldMkLst>
          <pc:docMk/>
          <pc:sldMk cId="0" sldId="258"/>
        </pc:sldMkLst>
        <pc:spChg chg="mod">
          <ac:chgData name="Berton, Luca - Dell Team" userId="aba6fabb-b799-429c-99b9-61cfd6c47137" providerId="ADAL" clId="{32CDFBBE-302B-4599-92F2-92ECD5E6EA60}" dt="2026-03-02T20:12:36.428" v="400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3T07:54:56.859" v="855" actId="6549"/>
          <ac:spMkLst>
            <pc:docMk/>
            <pc:sldMk cId="0" sldId="258"/>
            <ac:spMk id="3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02:56.743" v="162" actId="478"/>
          <ac:spMkLst>
            <pc:docMk/>
            <pc:sldMk cId="0" sldId="258"/>
            <ac:spMk id="4" creationId="{00000000-0000-0000-0000-000000000000}"/>
          </ac:spMkLst>
        </pc:spChg>
        <pc:spChg chg="del mod">
          <ac:chgData name="Berton, Luca - Dell Team" userId="aba6fabb-b799-429c-99b9-61cfd6c47137" providerId="ADAL" clId="{32CDFBBE-302B-4599-92F2-92ECD5E6EA60}" dt="2026-03-02T20:02:57.960" v="163" actId="478"/>
          <ac:spMkLst>
            <pc:docMk/>
            <pc:sldMk cId="0" sldId="258"/>
            <ac:spMk id="5" creationId="{00000000-0000-0000-0000-000000000000}"/>
          </ac:spMkLst>
        </pc:spChg>
        <pc:picChg chg="add del mod">
          <ac:chgData name="Berton, Luca - Dell Team" userId="aba6fabb-b799-429c-99b9-61cfd6c47137" providerId="ADAL" clId="{32CDFBBE-302B-4599-92F2-92ECD5E6EA60}" dt="2026-03-02T20:18:10.945" v="457" actId="21"/>
          <ac:picMkLst>
            <pc:docMk/>
            <pc:sldMk cId="0" sldId="258"/>
            <ac:picMk id="6" creationId="{A2DA8BB5-0277-443D-56AA-04312A98BB37}"/>
          </ac:picMkLst>
        </pc:picChg>
        <pc:picChg chg="add del mod">
          <ac:chgData name="Berton, Luca - Dell Team" userId="aba6fabb-b799-429c-99b9-61cfd6c47137" providerId="ADAL" clId="{32CDFBBE-302B-4599-92F2-92ECD5E6EA60}" dt="2026-03-02T20:16:44.920" v="439" actId="478"/>
          <ac:picMkLst>
            <pc:docMk/>
            <pc:sldMk cId="0" sldId="258"/>
            <ac:picMk id="7" creationId="{B05B5FAC-7D32-55AC-CFBA-011D03D31DE0}"/>
          </ac:picMkLst>
        </pc:picChg>
        <pc:picChg chg="add del mod">
          <ac:chgData name="Berton, Luca - Dell Team" userId="aba6fabb-b799-429c-99b9-61cfd6c47137" providerId="ADAL" clId="{32CDFBBE-302B-4599-92F2-92ECD5E6EA60}" dt="2026-03-02T20:17:09.614" v="446" actId="478"/>
          <ac:picMkLst>
            <pc:docMk/>
            <pc:sldMk cId="0" sldId="258"/>
            <ac:picMk id="8" creationId="{765441B7-942B-9A01-D3A5-12286510EAAA}"/>
          </ac:picMkLst>
        </pc:picChg>
        <pc:picChg chg="add del mod">
          <ac:chgData name="Berton, Luca - Dell Team" userId="aba6fabb-b799-429c-99b9-61cfd6c47137" providerId="ADAL" clId="{32CDFBBE-302B-4599-92F2-92ECD5E6EA60}" dt="2026-03-02T20:17:27.183" v="452" actId="478"/>
          <ac:picMkLst>
            <pc:docMk/>
            <pc:sldMk cId="0" sldId="258"/>
            <ac:picMk id="9" creationId="{05D10820-2334-9813-87CD-63B408EC693B}"/>
          </ac:picMkLst>
        </pc:picChg>
        <pc:picChg chg="add mod">
          <ac:chgData name="Berton, Luca - Dell Team" userId="aba6fabb-b799-429c-99b9-61cfd6c47137" providerId="ADAL" clId="{32CDFBBE-302B-4599-92F2-92ECD5E6EA60}" dt="2026-03-02T20:18:42.054" v="461" actId="14100"/>
          <ac:picMkLst>
            <pc:docMk/>
            <pc:sldMk cId="0" sldId="258"/>
            <ac:picMk id="10" creationId="{6DFFCA5C-6B52-EC82-4296-F7F14A2DF420}"/>
          </ac:picMkLst>
        </pc:picChg>
        <pc:picChg chg="add mod">
          <ac:chgData name="Berton, Luca - Dell Team" userId="aba6fabb-b799-429c-99b9-61cfd6c47137" providerId="ADAL" clId="{32CDFBBE-302B-4599-92F2-92ECD5E6EA60}" dt="2026-03-02T20:18:11.482" v="458"/>
          <ac:picMkLst>
            <pc:docMk/>
            <pc:sldMk cId="0" sldId="258"/>
            <ac:picMk id="11" creationId="{A2DA8BB5-0277-443D-56AA-04312A98BB37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Berton, Luca - Dell Team" userId="aba6fabb-b799-429c-99b9-61cfd6c47137" providerId="ADAL" clId="{32CDFBBE-302B-4599-92F2-92ECD5E6EA60}" dt="2026-03-03T07:54:56.859" v="855" actId="6549"/>
              <pc2:cmMkLst xmlns:pc2="http://schemas.microsoft.com/office/powerpoint/2019/9/main/command">
                <pc:docMk/>
                <pc:sldMk cId="0" sldId="258"/>
                <pc2:cmMk id="{F52751E4-8060-4FCB-BE38-62DE2233A69D}"/>
              </pc2:cmMkLst>
            </pc226:cmChg>
          </p:ext>
        </pc:extLst>
      </pc:sldChg>
      <pc:sldChg chg="addSp delSp modSp mod">
        <pc:chgData name="Berton, Luca - Dell Team" userId="aba6fabb-b799-429c-99b9-61cfd6c47137" providerId="ADAL" clId="{32CDFBBE-302B-4599-92F2-92ECD5E6EA60}" dt="2026-03-02T20:15:32.684" v="419"/>
        <pc:sldMkLst>
          <pc:docMk/>
          <pc:sldMk cId="0" sldId="259"/>
        </pc:sldMkLst>
        <pc:spChg chg="mod">
          <ac:chgData name="Berton, Luca - Dell Team" userId="aba6fabb-b799-429c-99b9-61cfd6c47137" providerId="ADAL" clId="{32CDFBBE-302B-4599-92F2-92ECD5E6EA60}" dt="2026-03-02T20:12:40.426" v="401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19:55:56.947" v="50" actId="5793"/>
          <ac:spMkLst>
            <pc:docMk/>
            <pc:sldMk cId="0" sldId="259"/>
            <ac:spMk id="3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05:33.212" v="255" actId="478"/>
          <ac:spMkLst>
            <pc:docMk/>
            <pc:sldMk cId="0" sldId="259"/>
            <ac:spMk id="4" creationId="{00000000-0000-0000-0000-000000000000}"/>
          </ac:spMkLst>
        </pc:spChg>
        <pc:spChg chg="del mod">
          <ac:chgData name="Berton, Luca - Dell Team" userId="aba6fabb-b799-429c-99b9-61cfd6c47137" providerId="ADAL" clId="{32CDFBBE-302B-4599-92F2-92ECD5E6EA60}" dt="2026-03-02T20:05:34.174" v="256" actId="478"/>
          <ac:spMkLst>
            <pc:docMk/>
            <pc:sldMk cId="0" sldId="259"/>
            <ac:spMk id="5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19:56:59.950" v="68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19:56:59.950" v="68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19:56:59.950" v="68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19:56:59.950" v="68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19:56:59.950" v="68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19:56:59.950" v="68" actId="1076"/>
          <ac:spMkLst>
            <pc:docMk/>
            <pc:sldMk cId="0" sldId="259"/>
            <ac:spMk id="11" creationId="{00000000-0000-0000-0000-000000000000}"/>
          </ac:spMkLst>
        </pc:spChg>
        <pc:picChg chg="add mod">
          <ac:chgData name="Berton, Luca - Dell Team" userId="aba6fabb-b799-429c-99b9-61cfd6c47137" providerId="ADAL" clId="{32CDFBBE-302B-4599-92F2-92ECD5E6EA60}" dt="2026-03-02T20:15:32.684" v="419"/>
          <ac:picMkLst>
            <pc:docMk/>
            <pc:sldMk cId="0" sldId="259"/>
            <ac:picMk id="12" creationId="{EAC7C405-79F5-787C-36B3-27F233CFFFE3}"/>
          </ac:picMkLst>
        </pc:picChg>
      </pc:sldChg>
      <pc:sldChg chg="addSp delSp modSp mod modCm">
        <pc:chgData name="Berton, Luca - Dell Team" userId="aba6fabb-b799-429c-99b9-61cfd6c47137" providerId="ADAL" clId="{32CDFBBE-302B-4599-92F2-92ECD5E6EA60}" dt="2026-03-03T08:04:24.068" v="867" actId="1036"/>
        <pc:sldMkLst>
          <pc:docMk/>
          <pc:sldMk cId="0" sldId="260"/>
        </pc:sldMkLst>
        <pc:spChg chg="mod">
          <ac:chgData name="Berton, Luca - Dell Team" userId="aba6fabb-b799-429c-99b9-61cfd6c47137" providerId="ADAL" clId="{32CDFBBE-302B-4599-92F2-92ECD5E6EA60}" dt="2026-03-02T20:12:46.592" v="402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19:56:28.695" v="65" actId="20577"/>
          <ac:spMkLst>
            <pc:docMk/>
            <pc:sldMk cId="0" sldId="260"/>
            <ac:spMk id="3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05:38.559" v="257" actId="478"/>
          <ac:spMkLst>
            <pc:docMk/>
            <pc:sldMk cId="0" sldId="260"/>
            <ac:spMk id="4" creationId="{00000000-0000-0000-0000-000000000000}"/>
          </ac:spMkLst>
        </pc:spChg>
        <pc:spChg chg="del mod">
          <ac:chgData name="Berton, Luca - Dell Team" userId="aba6fabb-b799-429c-99b9-61cfd6c47137" providerId="ADAL" clId="{32CDFBBE-302B-4599-92F2-92ECD5E6EA60}" dt="2026-03-02T20:05:40.086" v="258" actId="478"/>
          <ac:spMkLst>
            <pc:docMk/>
            <pc:sldMk cId="0" sldId="260"/>
            <ac:spMk id="5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19:56:14.440" v="54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3T08:04:24.068" v="867" actId="1036"/>
          <ac:spMkLst>
            <pc:docMk/>
            <pc:sldMk cId="0" sldId="260"/>
            <ac:spMk id="7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19:56:14.440" v="54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3T07:54:04.008" v="835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19:56:14.440" v="54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19:56:14.440" v="54" actId="1076"/>
          <ac:spMkLst>
            <pc:docMk/>
            <pc:sldMk cId="0" sldId="260"/>
            <ac:spMk id="11" creationId="{00000000-0000-0000-0000-000000000000}"/>
          </ac:spMkLst>
        </pc:spChg>
        <pc:picChg chg="add mod">
          <ac:chgData name="Berton, Luca - Dell Team" userId="aba6fabb-b799-429c-99b9-61cfd6c47137" providerId="ADAL" clId="{32CDFBBE-302B-4599-92F2-92ECD5E6EA60}" dt="2026-03-02T20:15:34.566" v="420"/>
          <ac:picMkLst>
            <pc:docMk/>
            <pc:sldMk cId="0" sldId="260"/>
            <ac:picMk id="12" creationId="{5AF5DD7B-2F62-8280-7E19-A33FC63145D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Berton, Luca - Dell Team" userId="aba6fabb-b799-429c-99b9-61cfd6c47137" providerId="ADAL" clId="{32CDFBBE-302B-4599-92F2-92ECD5E6EA60}" dt="2026-03-03T07:54:04.008" v="835" actId="20577"/>
              <pc2:cmMkLst xmlns:pc2="http://schemas.microsoft.com/office/powerpoint/2019/9/main/command">
                <pc:docMk/>
                <pc:sldMk cId="0" sldId="260"/>
                <pc2:cmMk id="{0C4F83DB-B820-4D32-BE3C-ADF9721CB6EF}"/>
              </pc2:cmMkLst>
            </pc226:cmChg>
          </p:ext>
        </pc:extLst>
      </pc:sldChg>
      <pc:sldChg chg="addSp delSp modSp mod modCm">
        <pc:chgData name="Berton, Luca - Dell Team" userId="aba6fabb-b799-429c-99b9-61cfd6c47137" providerId="ADAL" clId="{32CDFBBE-302B-4599-92F2-92ECD5E6EA60}" dt="2026-03-03T07:55:38.426" v="863" actId="20577"/>
        <pc:sldMkLst>
          <pc:docMk/>
          <pc:sldMk cId="0" sldId="261"/>
        </pc:sldMkLst>
        <pc:spChg chg="mod">
          <ac:chgData name="Berton, Luca - Dell Team" userId="aba6fabb-b799-429c-99b9-61cfd6c47137" providerId="ADAL" clId="{32CDFBBE-302B-4599-92F2-92ECD5E6EA60}" dt="2026-03-02T20:12:49.341" v="403" actId="207"/>
          <ac:spMkLst>
            <pc:docMk/>
            <pc:sldMk cId="0" sldId="261"/>
            <ac:spMk id="2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19:58:49.926" v="87" actId="6549"/>
          <ac:spMkLst>
            <pc:docMk/>
            <pc:sldMk cId="0" sldId="261"/>
            <ac:spMk id="3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06:28.274" v="267" actId="478"/>
          <ac:spMkLst>
            <pc:docMk/>
            <pc:sldMk cId="0" sldId="261"/>
            <ac:spMk id="4" creationId="{00000000-0000-0000-0000-000000000000}"/>
          </ac:spMkLst>
        </pc:spChg>
        <pc:spChg chg="del mod">
          <ac:chgData name="Berton, Luca - Dell Team" userId="aba6fabb-b799-429c-99b9-61cfd6c47137" providerId="ADAL" clId="{32CDFBBE-302B-4599-92F2-92ECD5E6EA60}" dt="2026-03-02T20:06:29.522" v="268" actId="478"/>
          <ac:spMkLst>
            <pc:docMk/>
            <pc:sldMk cId="0" sldId="261"/>
            <ac:spMk id="5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3T07:55:38.426" v="863" actId="20577"/>
          <ac:spMkLst>
            <pc:docMk/>
            <pc:sldMk cId="0" sldId="261"/>
            <ac:spMk id="12" creationId="{00000000-0000-0000-0000-000000000000}"/>
          </ac:spMkLst>
        </pc:spChg>
        <pc:picChg chg="add mod">
          <ac:chgData name="Berton, Luca - Dell Team" userId="aba6fabb-b799-429c-99b9-61cfd6c47137" providerId="ADAL" clId="{32CDFBBE-302B-4599-92F2-92ECD5E6EA60}" dt="2026-03-02T20:15:35.865" v="421"/>
          <ac:picMkLst>
            <pc:docMk/>
            <pc:sldMk cId="0" sldId="261"/>
            <ac:picMk id="13" creationId="{3F54DE88-1DD7-D304-CBCE-496B3C433B5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Berton, Luca - Dell Team" userId="aba6fabb-b799-429c-99b9-61cfd6c47137" providerId="ADAL" clId="{32CDFBBE-302B-4599-92F2-92ECD5E6EA60}" dt="2026-03-03T07:55:38.426" v="863" actId="20577"/>
              <pc2:cmMkLst xmlns:pc2="http://schemas.microsoft.com/office/powerpoint/2019/9/main/command">
                <pc:docMk/>
                <pc:sldMk cId="0" sldId="261"/>
                <pc2:cmMk id="{FD905E88-6334-4B0F-9352-CE35E1CCB2DF}"/>
              </pc2:cmMkLst>
            </pc226:cmChg>
          </p:ext>
        </pc:extLst>
      </pc:sldChg>
      <pc:sldChg chg="addSp delSp modSp mod">
        <pc:chgData name="Berton, Luca - Dell Team" userId="aba6fabb-b799-429c-99b9-61cfd6c47137" providerId="ADAL" clId="{32CDFBBE-302B-4599-92F2-92ECD5E6EA60}" dt="2026-03-02T20:15:36.690" v="422"/>
        <pc:sldMkLst>
          <pc:docMk/>
          <pc:sldMk cId="0" sldId="262"/>
        </pc:sldMkLst>
        <pc:spChg chg="mod">
          <ac:chgData name="Berton, Luca - Dell Team" userId="aba6fabb-b799-429c-99b9-61cfd6c47137" providerId="ADAL" clId="{32CDFBBE-302B-4599-92F2-92ECD5E6EA60}" dt="2026-03-02T20:12:54.938" v="404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7:11.293" v="281" actId="20577"/>
          <ac:spMkLst>
            <pc:docMk/>
            <pc:sldMk cId="0" sldId="262"/>
            <ac:spMk id="3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02:49.709" v="159" actId="478"/>
          <ac:spMkLst>
            <pc:docMk/>
            <pc:sldMk cId="0" sldId="262"/>
            <ac:spMk id="4" creationId="{00000000-0000-0000-0000-000000000000}"/>
          </ac:spMkLst>
        </pc:spChg>
        <pc:spChg chg="del mod">
          <ac:chgData name="Berton, Luca - Dell Team" userId="aba6fabb-b799-429c-99b9-61cfd6c47137" providerId="ADAL" clId="{32CDFBBE-302B-4599-92F2-92ECD5E6EA60}" dt="2026-03-02T20:02:47.970" v="158" actId="478"/>
          <ac:spMkLst>
            <pc:docMk/>
            <pc:sldMk cId="0" sldId="262"/>
            <ac:spMk id="5" creationId="{00000000-0000-0000-0000-000000000000}"/>
          </ac:spMkLst>
        </pc:spChg>
        <pc:picChg chg="add mod">
          <ac:chgData name="Berton, Luca - Dell Team" userId="aba6fabb-b799-429c-99b9-61cfd6c47137" providerId="ADAL" clId="{32CDFBBE-302B-4599-92F2-92ECD5E6EA60}" dt="2026-03-02T20:15:36.690" v="422"/>
          <ac:picMkLst>
            <pc:docMk/>
            <pc:sldMk cId="0" sldId="262"/>
            <ac:picMk id="17" creationId="{6B6BF0EF-2AF0-C8F2-26C8-3B416BAD954D}"/>
          </ac:picMkLst>
        </pc:picChg>
      </pc:sldChg>
      <pc:sldChg chg="addSp delSp modSp mod">
        <pc:chgData name="Berton, Luca - Dell Team" userId="aba6fabb-b799-429c-99b9-61cfd6c47137" providerId="ADAL" clId="{32CDFBBE-302B-4599-92F2-92ECD5E6EA60}" dt="2026-03-03T07:46:55.698" v="658" actId="6549"/>
        <pc:sldMkLst>
          <pc:docMk/>
          <pc:sldMk cId="0" sldId="263"/>
        </pc:sldMkLst>
        <pc:spChg chg="mod">
          <ac:chgData name="Berton, Luca - Dell Team" userId="aba6fabb-b799-429c-99b9-61cfd6c47137" providerId="ADAL" clId="{32CDFBBE-302B-4599-92F2-92ECD5E6EA60}" dt="2026-03-02T20:12:59.866" v="405" actId="207"/>
          <ac:spMkLst>
            <pc:docMk/>
            <pc:sldMk cId="0" sldId="263"/>
            <ac:spMk id="2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3T07:46:55.698" v="658" actId="6549"/>
          <ac:spMkLst>
            <pc:docMk/>
            <pc:sldMk cId="0" sldId="263"/>
            <ac:spMk id="3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03:53.603" v="176" actId="478"/>
          <ac:spMkLst>
            <pc:docMk/>
            <pc:sldMk cId="0" sldId="263"/>
            <ac:spMk id="4" creationId="{00000000-0000-0000-0000-000000000000}"/>
          </ac:spMkLst>
        </pc:spChg>
        <pc:spChg chg="add del mod">
          <ac:chgData name="Berton, Luca - Dell Team" userId="aba6fabb-b799-429c-99b9-61cfd6c47137" providerId="ADAL" clId="{32CDFBBE-302B-4599-92F2-92ECD5E6EA60}" dt="2026-03-03T07:43:08.317" v="595" actId="478"/>
          <ac:spMkLst>
            <pc:docMk/>
            <pc:sldMk cId="0" sldId="263"/>
            <ac:spMk id="4" creationId="{7CFA9D0C-DDB7-BA0D-365D-8991FE2B02DA}"/>
          </ac:spMkLst>
        </pc:spChg>
        <pc:spChg chg="del mod">
          <ac:chgData name="Berton, Luca - Dell Team" userId="aba6fabb-b799-429c-99b9-61cfd6c47137" providerId="ADAL" clId="{32CDFBBE-302B-4599-92F2-92ECD5E6EA60}" dt="2026-03-02T20:03:52.195" v="175" actId="478"/>
          <ac:spMkLst>
            <pc:docMk/>
            <pc:sldMk cId="0" sldId="263"/>
            <ac:spMk id="5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0:42.548" v="120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0:42.548" v="120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4:05.096" v="199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0:42.548" v="120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0:42.548" v="120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0:42.548" v="120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0:42.548" v="120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0:42.548" v="120" actId="107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3T07:43:19.496" v="621" actId="20577"/>
          <ac:spMkLst>
            <pc:docMk/>
            <pc:sldMk cId="0" sldId="263"/>
            <ac:spMk id="14" creationId="{00000000-0000-0000-0000-000000000000}"/>
          </ac:spMkLst>
        </pc:spChg>
        <pc:picChg chg="add mod">
          <ac:chgData name="Berton, Luca - Dell Team" userId="aba6fabb-b799-429c-99b9-61cfd6c47137" providerId="ADAL" clId="{32CDFBBE-302B-4599-92F2-92ECD5E6EA60}" dt="2026-03-02T20:15:37.921" v="423"/>
          <ac:picMkLst>
            <pc:docMk/>
            <pc:sldMk cId="0" sldId="263"/>
            <ac:picMk id="15" creationId="{EBFBDED4-5EE5-F23D-7007-FADD9267B4D3}"/>
          </ac:picMkLst>
        </pc:picChg>
      </pc:sldChg>
      <pc:sldChg chg="addSp delSp modSp mod modCm">
        <pc:chgData name="Berton, Luca - Dell Team" userId="aba6fabb-b799-429c-99b9-61cfd6c47137" providerId="ADAL" clId="{32CDFBBE-302B-4599-92F2-92ECD5E6EA60}" dt="2026-03-03T08:04:48.097" v="898" actId="20577"/>
        <pc:sldMkLst>
          <pc:docMk/>
          <pc:sldMk cId="0" sldId="264"/>
        </pc:sldMkLst>
        <pc:spChg chg="mod">
          <ac:chgData name="Berton, Luca - Dell Team" userId="aba6fabb-b799-429c-99b9-61cfd6c47137" providerId="ADAL" clId="{32CDFBBE-302B-4599-92F2-92ECD5E6EA60}" dt="2026-03-02T20:13:03.383" v="406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3T08:04:48.097" v="898" actId="20577"/>
          <ac:spMkLst>
            <pc:docMk/>
            <pc:sldMk cId="0" sldId="264"/>
            <ac:spMk id="3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07:17.672" v="282" actId="478"/>
          <ac:spMkLst>
            <pc:docMk/>
            <pc:sldMk cId="0" sldId="264"/>
            <ac:spMk id="4" creationId="{00000000-0000-0000-0000-000000000000}"/>
          </ac:spMkLst>
        </pc:spChg>
        <pc:spChg chg="del mod">
          <ac:chgData name="Berton, Luca - Dell Team" userId="aba6fabb-b799-429c-99b9-61cfd6c47137" providerId="ADAL" clId="{32CDFBBE-302B-4599-92F2-92ECD5E6EA60}" dt="2026-03-02T20:03:48.393" v="174" actId="478"/>
          <ac:spMkLst>
            <pc:docMk/>
            <pc:sldMk cId="0" sldId="264"/>
            <ac:spMk id="5" creationId="{00000000-0000-0000-0000-000000000000}"/>
          </ac:spMkLst>
        </pc:spChg>
        <pc:picChg chg="add mod">
          <ac:chgData name="Berton, Luca - Dell Team" userId="aba6fabb-b799-429c-99b9-61cfd6c47137" providerId="ADAL" clId="{32CDFBBE-302B-4599-92F2-92ECD5E6EA60}" dt="2026-03-02T20:15:39.193" v="424"/>
          <ac:picMkLst>
            <pc:docMk/>
            <pc:sldMk cId="0" sldId="264"/>
            <ac:picMk id="10" creationId="{9B1FB6D1-6CBE-3B2E-051B-A6179BBBC688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Berton, Luca - Dell Team" userId="aba6fabb-b799-429c-99b9-61cfd6c47137" providerId="ADAL" clId="{32CDFBBE-302B-4599-92F2-92ECD5E6EA60}" dt="2026-03-03T08:04:48.097" v="898" actId="20577"/>
              <pc2:cmMkLst xmlns:pc2="http://schemas.microsoft.com/office/powerpoint/2019/9/main/command">
                <pc:docMk/>
                <pc:sldMk cId="0" sldId="264"/>
                <pc2:cmMk id="{7DC9477D-2BF8-4417-9C23-A567E9BC4BC5}"/>
              </pc2:cmMkLst>
            </pc226:cmChg>
          </p:ext>
        </pc:extLst>
      </pc:sldChg>
      <pc:sldChg chg="addSp delSp modSp mod">
        <pc:chgData name="Berton, Luca - Dell Team" userId="aba6fabb-b799-429c-99b9-61cfd6c47137" providerId="ADAL" clId="{32CDFBBE-302B-4599-92F2-92ECD5E6EA60}" dt="2026-03-02T20:15:41.577" v="425"/>
        <pc:sldMkLst>
          <pc:docMk/>
          <pc:sldMk cId="0" sldId="265"/>
        </pc:sldMkLst>
        <pc:spChg chg="mod">
          <ac:chgData name="Berton, Luca - Dell Team" userId="aba6fabb-b799-429c-99b9-61cfd6c47137" providerId="ADAL" clId="{32CDFBBE-302B-4599-92F2-92ECD5E6EA60}" dt="2026-03-02T20:13:06.179" v="407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3:43.407" v="171" actId="5793"/>
          <ac:spMkLst>
            <pc:docMk/>
            <pc:sldMk cId="0" sldId="265"/>
            <ac:spMk id="3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03:44.419" v="172" actId="478"/>
          <ac:spMkLst>
            <pc:docMk/>
            <pc:sldMk cId="0" sldId="265"/>
            <ac:spMk id="4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03:45.224" v="173" actId="478"/>
          <ac:spMkLst>
            <pc:docMk/>
            <pc:sldMk cId="0" sldId="265"/>
            <ac:spMk id="5" creationId="{00000000-0000-0000-0000-000000000000}"/>
          </ac:spMkLst>
        </pc:spChg>
        <pc:picChg chg="add mod">
          <ac:chgData name="Berton, Luca - Dell Team" userId="aba6fabb-b799-429c-99b9-61cfd6c47137" providerId="ADAL" clId="{32CDFBBE-302B-4599-92F2-92ECD5E6EA60}" dt="2026-03-02T20:15:41.577" v="425"/>
          <ac:picMkLst>
            <pc:docMk/>
            <pc:sldMk cId="0" sldId="265"/>
            <ac:picMk id="11" creationId="{8C15D573-5DD5-5575-116F-0094EEF6E62B}"/>
          </ac:picMkLst>
        </pc:picChg>
      </pc:sldChg>
      <pc:sldChg chg="addSp delSp modSp mod">
        <pc:chgData name="Berton, Luca - Dell Team" userId="aba6fabb-b799-429c-99b9-61cfd6c47137" providerId="ADAL" clId="{32CDFBBE-302B-4599-92F2-92ECD5E6EA60}" dt="2026-03-03T07:50:11.865" v="713" actId="14100"/>
        <pc:sldMkLst>
          <pc:docMk/>
          <pc:sldMk cId="0" sldId="266"/>
        </pc:sldMkLst>
        <pc:spChg chg="mod">
          <ac:chgData name="Berton, Luca - Dell Team" userId="aba6fabb-b799-429c-99b9-61cfd6c47137" providerId="ADAL" clId="{32CDFBBE-302B-4599-92F2-92ECD5E6EA60}" dt="2026-03-02T20:13:09.117" v="408" actId="207"/>
          <ac:spMkLst>
            <pc:docMk/>
            <pc:sldMk cId="0" sldId="266"/>
            <ac:spMk id="2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5:00.864" v="247" actId="5793"/>
          <ac:spMkLst>
            <pc:docMk/>
            <pc:sldMk cId="0" sldId="266"/>
            <ac:spMk id="3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07:21.104" v="283" actId="478"/>
          <ac:spMkLst>
            <pc:docMk/>
            <pc:sldMk cId="0" sldId="266"/>
            <ac:spMk id="4" creationId="{00000000-0000-0000-0000-000000000000}"/>
          </ac:spMkLst>
        </pc:spChg>
        <pc:spChg chg="add mod">
          <ac:chgData name="Berton, Luca - Dell Team" userId="aba6fabb-b799-429c-99b9-61cfd6c47137" providerId="ADAL" clId="{32CDFBBE-302B-4599-92F2-92ECD5E6EA60}" dt="2026-03-03T07:50:11.865" v="713" actId="14100"/>
          <ac:spMkLst>
            <pc:docMk/>
            <pc:sldMk cId="0" sldId="266"/>
            <ac:spMk id="4" creationId="{13C468BE-9897-094B-A4E9-485367E19441}"/>
          </ac:spMkLst>
        </pc:spChg>
        <pc:spChg chg="del">
          <ac:chgData name="Berton, Luca - Dell Team" userId="aba6fabb-b799-429c-99b9-61cfd6c47137" providerId="ADAL" clId="{32CDFBBE-302B-4599-92F2-92ECD5E6EA60}" dt="2026-03-02T20:05:16.102" v="249" actId="478"/>
          <ac:spMkLst>
            <pc:docMk/>
            <pc:sldMk cId="0" sldId="266"/>
            <ac:spMk id="5" creationId="{00000000-0000-0000-0000-000000000000}"/>
          </ac:spMkLst>
        </pc:spChg>
        <pc:spChg chg="add mod">
          <ac:chgData name="Berton, Luca - Dell Team" userId="aba6fabb-b799-429c-99b9-61cfd6c47137" providerId="ADAL" clId="{32CDFBBE-302B-4599-92F2-92ECD5E6EA60}" dt="2026-03-03T07:47:58.975" v="663" actId="14100"/>
          <ac:spMkLst>
            <pc:docMk/>
            <pc:sldMk cId="0" sldId="266"/>
            <ac:spMk id="5" creationId="{6A02CF56-9132-4E9F-71B4-16143F437195}"/>
          </ac:spMkLst>
        </pc:spChg>
        <pc:spChg chg="mod">
          <ac:chgData name="Berton, Luca - Dell Team" userId="aba6fabb-b799-429c-99b9-61cfd6c47137" providerId="ADAL" clId="{32CDFBBE-302B-4599-92F2-92ECD5E6EA60}" dt="2026-03-03T07:47:36.014" v="659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3T07:47:36.014" v="659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3T07:47:42.022" v="660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3T07:47:42.022" v="660" actId="1076"/>
          <ac:spMkLst>
            <pc:docMk/>
            <pc:sldMk cId="0" sldId="266"/>
            <ac:spMk id="9" creationId="{00000000-0000-0000-0000-000000000000}"/>
          </ac:spMkLst>
        </pc:spChg>
        <pc:spChg chg="add mod">
          <ac:chgData name="Berton, Luca - Dell Team" userId="aba6fabb-b799-429c-99b9-61cfd6c47137" providerId="ADAL" clId="{32CDFBBE-302B-4599-92F2-92ECD5E6EA60}" dt="2026-03-03T07:49:53.802" v="711" actId="20577"/>
          <ac:spMkLst>
            <pc:docMk/>
            <pc:sldMk cId="0" sldId="266"/>
            <ac:spMk id="11" creationId="{2A828649-D73C-BB7C-DB12-28BEB7F9A540}"/>
          </ac:spMkLst>
        </pc:spChg>
        <pc:spChg chg="add mod">
          <ac:chgData name="Berton, Luca - Dell Team" userId="aba6fabb-b799-429c-99b9-61cfd6c47137" providerId="ADAL" clId="{32CDFBBE-302B-4599-92F2-92ECD5E6EA60}" dt="2026-03-03T07:50:07.786" v="712" actId="1076"/>
          <ac:spMkLst>
            <pc:docMk/>
            <pc:sldMk cId="0" sldId="266"/>
            <ac:spMk id="12" creationId="{B7AB2903-CE39-3C63-913E-FB14E222DA3E}"/>
          </ac:spMkLst>
        </pc:spChg>
        <pc:picChg chg="add mod">
          <ac:chgData name="Berton, Luca - Dell Team" userId="aba6fabb-b799-429c-99b9-61cfd6c47137" providerId="ADAL" clId="{32CDFBBE-302B-4599-92F2-92ECD5E6EA60}" dt="2026-03-02T20:15:42.392" v="426"/>
          <ac:picMkLst>
            <pc:docMk/>
            <pc:sldMk cId="0" sldId="266"/>
            <ac:picMk id="10" creationId="{95757756-D470-7D4F-ECEE-38574A27853E}"/>
          </ac:picMkLst>
        </pc:picChg>
      </pc:sldChg>
      <pc:sldChg chg="addSp delSp modSp mod modCm">
        <pc:chgData name="Berton, Luca - Dell Team" userId="aba6fabb-b799-429c-99b9-61cfd6c47137" providerId="ADAL" clId="{32CDFBBE-302B-4599-92F2-92ECD5E6EA60}" dt="2026-03-03T08:03:32.777" v="866" actId="21"/>
        <pc:sldMkLst>
          <pc:docMk/>
          <pc:sldMk cId="0" sldId="267"/>
        </pc:sldMkLst>
        <pc:spChg chg="mod">
          <ac:chgData name="Berton, Luca - Dell Team" userId="aba6fabb-b799-429c-99b9-61cfd6c47137" providerId="ADAL" clId="{32CDFBBE-302B-4599-92F2-92ECD5E6EA60}" dt="2026-03-02T20:13:13.348" v="409" actId="207"/>
          <ac:spMkLst>
            <pc:docMk/>
            <pc:sldMk cId="0" sldId="267"/>
            <ac:spMk id="2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3T08:03:32.777" v="866" actId="21"/>
          <ac:spMkLst>
            <pc:docMk/>
            <pc:sldMk cId="0" sldId="267"/>
            <ac:spMk id="3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07:23.340" v="284" actId="478"/>
          <ac:spMkLst>
            <pc:docMk/>
            <pc:sldMk cId="0" sldId="267"/>
            <ac:spMk id="4" creationId="{00000000-0000-0000-0000-000000000000}"/>
          </ac:spMkLst>
        </pc:spChg>
        <pc:spChg chg="del mod">
          <ac:chgData name="Berton, Luca - Dell Team" userId="aba6fabb-b799-429c-99b9-61cfd6c47137" providerId="ADAL" clId="{32CDFBBE-302B-4599-92F2-92ECD5E6EA60}" dt="2026-03-02T20:07:25.197" v="286" actId="478"/>
          <ac:spMkLst>
            <pc:docMk/>
            <pc:sldMk cId="0" sldId="267"/>
            <ac:spMk id="5" creationId="{00000000-0000-0000-0000-000000000000}"/>
          </ac:spMkLst>
        </pc:spChg>
        <pc:picChg chg="add mod">
          <ac:chgData name="Berton, Luca - Dell Team" userId="aba6fabb-b799-429c-99b9-61cfd6c47137" providerId="ADAL" clId="{32CDFBBE-302B-4599-92F2-92ECD5E6EA60}" dt="2026-03-02T20:15:43.769" v="427"/>
          <ac:picMkLst>
            <pc:docMk/>
            <pc:sldMk cId="0" sldId="267"/>
            <ac:picMk id="11" creationId="{2ED6DED2-4250-54BA-2957-CCB60A941A5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Berton, Luca - Dell Team" userId="aba6fabb-b799-429c-99b9-61cfd6c47137" providerId="ADAL" clId="{32CDFBBE-302B-4599-92F2-92ECD5E6EA60}" dt="2026-03-03T08:03:32.777" v="866" actId="21"/>
              <pc2:cmMkLst xmlns:pc2="http://schemas.microsoft.com/office/powerpoint/2019/9/main/command">
                <pc:docMk/>
                <pc:sldMk cId="0" sldId="267"/>
                <pc2:cmMk id="{CE905F3F-9707-43F1-B02B-0731139B89AE}"/>
              </pc2:cmMkLst>
            </pc226:cmChg>
          </p:ext>
        </pc:extLst>
      </pc:sldChg>
      <pc:sldChg chg="addSp delSp modSp mod">
        <pc:chgData name="Berton, Luca - Dell Team" userId="aba6fabb-b799-429c-99b9-61cfd6c47137" providerId="ADAL" clId="{32CDFBBE-302B-4599-92F2-92ECD5E6EA60}" dt="2026-03-02T20:15:44.915" v="428"/>
        <pc:sldMkLst>
          <pc:docMk/>
          <pc:sldMk cId="0" sldId="268"/>
        </pc:sldMkLst>
        <pc:spChg chg="mod">
          <ac:chgData name="Berton, Luca - Dell Team" userId="aba6fabb-b799-429c-99b9-61cfd6c47137" providerId="ADAL" clId="{32CDFBBE-302B-4599-92F2-92ECD5E6EA60}" dt="2026-03-02T20:13:17.263" v="410" actId="207"/>
          <ac:spMkLst>
            <pc:docMk/>
            <pc:sldMk cId="0" sldId="268"/>
            <ac:spMk id="2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7:53.012" v="298" actId="5793"/>
          <ac:spMkLst>
            <pc:docMk/>
            <pc:sldMk cId="0" sldId="268"/>
            <ac:spMk id="3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07:44.508" v="295" actId="478"/>
          <ac:spMkLst>
            <pc:docMk/>
            <pc:sldMk cId="0" sldId="268"/>
            <ac:spMk id="4" creationId="{00000000-0000-0000-0000-000000000000}"/>
          </ac:spMkLst>
        </pc:spChg>
        <pc:spChg chg="del mod">
          <ac:chgData name="Berton, Luca - Dell Team" userId="aba6fabb-b799-429c-99b9-61cfd6c47137" providerId="ADAL" clId="{32CDFBBE-302B-4599-92F2-92ECD5E6EA60}" dt="2026-03-02T20:07:46.328" v="297" actId="478"/>
          <ac:spMkLst>
            <pc:docMk/>
            <pc:sldMk cId="0" sldId="268"/>
            <ac:spMk id="5" creationId="{00000000-0000-0000-0000-000000000000}"/>
          </ac:spMkLst>
        </pc:spChg>
        <pc:picChg chg="add mod">
          <ac:chgData name="Berton, Luca - Dell Team" userId="aba6fabb-b799-429c-99b9-61cfd6c47137" providerId="ADAL" clId="{32CDFBBE-302B-4599-92F2-92ECD5E6EA60}" dt="2026-03-02T20:15:44.915" v="428"/>
          <ac:picMkLst>
            <pc:docMk/>
            <pc:sldMk cId="0" sldId="268"/>
            <ac:picMk id="10" creationId="{E025192A-FC9D-3062-72BD-BAB3E2C80982}"/>
          </ac:picMkLst>
        </pc:picChg>
      </pc:sldChg>
      <pc:sldChg chg="addSp delSp modSp mod modCm">
        <pc:chgData name="Berton, Luca - Dell Team" userId="aba6fabb-b799-429c-99b9-61cfd6c47137" providerId="ADAL" clId="{32CDFBBE-302B-4599-92F2-92ECD5E6EA60}" dt="2026-03-03T08:07:42.120" v="936" actId="20577"/>
        <pc:sldMkLst>
          <pc:docMk/>
          <pc:sldMk cId="0" sldId="269"/>
        </pc:sldMkLst>
        <pc:spChg chg="mod">
          <ac:chgData name="Berton, Luca - Dell Team" userId="aba6fabb-b799-429c-99b9-61cfd6c47137" providerId="ADAL" clId="{32CDFBBE-302B-4599-92F2-92ECD5E6EA60}" dt="2026-03-02T20:13:20.763" v="411" actId="207"/>
          <ac:spMkLst>
            <pc:docMk/>
            <pc:sldMk cId="0" sldId="269"/>
            <ac:spMk id="2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3T08:07:42.120" v="936" actId="20577"/>
          <ac:spMkLst>
            <pc:docMk/>
            <pc:sldMk cId="0" sldId="269"/>
            <ac:spMk id="3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11:54.205" v="395" actId="478"/>
          <ac:spMkLst>
            <pc:docMk/>
            <pc:sldMk cId="0" sldId="269"/>
            <ac:spMk id="4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11:55.274" v="396" actId="478"/>
          <ac:spMkLst>
            <pc:docMk/>
            <pc:sldMk cId="0" sldId="269"/>
            <ac:spMk id="5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12:06.074" v="397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3T07:41:59.889" v="590" actId="20577"/>
          <ac:spMkLst>
            <pc:docMk/>
            <pc:sldMk cId="0" sldId="269"/>
            <ac:spMk id="7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12:06.074" v="397" actId="1076"/>
          <ac:spMkLst>
            <pc:docMk/>
            <pc:sldMk cId="0" sldId="269"/>
            <ac:spMk id="8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3T07:42:06.353" v="591"/>
          <ac:spMkLst>
            <pc:docMk/>
            <pc:sldMk cId="0" sldId="269"/>
            <ac:spMk id="9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12:06.074" v="397" actId="107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3T07:42:09.938" v="592"/>
          <ac:spMkLst>
            <pc:docMk/>
            <pc:sldMk cId="0" sldId="269"/>
            <ac:spMk id="11" creationId="{00000000-0000-0000-0000-000000000000}"/>
          </ac:spMkLst>
        </pc:spChg>
        <pc:picChg chg="add mod">
          <ac:chgData name="Berton, Luca - Dell Team" userId="aba6fabb-b799-429c-99b9-61cfd6c47137" providerId="ADAL" clId="{32CDFBBE-302B-4599-92F2-92ECD5E6EA60}" dt="2026-03-02T20:15:46.191" v="429"/>
          <ac:picMkLst>
            <pc:docMk/>
            <pc:sldMk cId="0" sldId="269"/>
            <ac:picMk id="12" creationId="{35639BAE-FA62-B1C0-BDBF-5724474E48A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Berton, Luca - Dell Team" userId="aba6fabb-b799-429c-99b9-61cfd6c47137" providerId="ADAL" clId="{32CDFBBE-302B-4599-92F2-92ECD5E6EA60}" dt="2026-03-03T08:07:42.120" v="936" actId="20577"/>
              <pc2:cmMkLst xmlns:pc2="http://schemas.microsoft.com/office/powerpoint/2019/9/main/command">
                <pc:docMk/>
                <pc:sldMk cId="0" sldId="269"/>
                <pc2:cmMk id="{B6077886-DA10-4594-B842-6733D8C7E72D}"/>
              </pc2:cmMkLst>
            </pc226:cmChg>
            <pc226:cmChg xmlns:pc226="http://schemas.microsoft.com/office/powerpoint/2022/06/main/command" chg="mod">
              <pc226:chgData name="Berton, Luca - Dell Team" userId="aba6fabb-b799-429c-99b9-61cfd6c47137" providerId="ADAL" clId="{32CDFBBE-302B-4599-92F2-92ECD5E6EA60}" dt="2026-03-03T08:07:42.120" v="936" actId="20577"/>
              <pc2:cmMkLst xmlns:pc2="http://schemas.microsoft.com/office/powerpoint/2019/9/main/command">
                <pc:docMk/>
                <pc:sldMk cId="0" sldId="269"/>
                <pc2:cmMk id="{5A2A38CD-CE4F-478D-AE4D-1A41CB13156A}"/>
              </pc2:cmMkLst>
            </pc226:cmChg>
          </p:ext>
        </pc:extLst>
      </pc:sldChg>
      <pc:sldChg chg="addSp delSp modSp mod">
        <pc:chgData name="Berton, Luca - Dell Team" userId="aba6fabb-b799-429c-99b9-61cfd6c47137" providerId="ADAL" clId="{32CDFBBE-302B-4599-92F2-92ECD5E6EA60}" dt="2026-03-02T20:15:47.392" v="430"/>
        <pc:sldMkLst>
          <pc:docMk/>
          <pc:sldMk cId="0" sldId="270"/>
        </pc:sldMkLst>
        <pc:spChg chg="mod">
          <ac:chgData name="Berton, Luca - Dell Team" userId="aba6fabb-b799-429c-99b9-61cfd6c47137" providerId="ADAL" clId="{32CDFBBE-302B-4599-92F2-92ECD5E6EA60}" dt="2026-03-02T20:11:35.967" v="389" actId="207"/>
          <ac:spMkLst>
            <pc:docMk/>
            <pc:sldMk cId="0" sldId="270"/>
            <ac:spMk id="2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9:34.962" v="361" actId="5793"/>
          <ac:spMkLst>
            <pc:docMk/>
            <pc:sldMk cId="0" sldId="270"/>
            <ac:spMk id="3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09:55.259" v="364" actId="478"/>
          <ac:spMkLst>
            <pc:docMk/>
            <pc:sldMk cId="0" sldId="270"/>
            <ac:spMk id="4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09:42.041" v="362" actId="478"/>
          <ac:spMkLst>
            <pc:docMk/>
            <pc:sldMk cId="0" sldId="270"/>
            <ac:spMk id="5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9:53.441" v="363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9:53.441" v="363" actId="1076"/>
          <ac:spMkLst>
            <pc:docMk/>
            <pc:sldMk cId="0" sldId="270"/>
            <ac:spMk id="9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9:53.441" v="363" actId="107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9:53.441" v="363" actId="107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9:53.441" v="363" actId="1076"/>
          <ac:spMkLst>
            <pc:docMk/>
            <pc:sldMk cId="0" sldId="270"/>
            <ac:spMk id="13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9:53.441" v="363" actId="1076"/>
          <ac:spMkLst>
            <pc:docMk/>
            <pc:sldMk cId="0" sldId="270"/>
            <ac:spMk id="14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9:53.441" v="363" actId="1076"/>
          <ac:spMkLst>
            <pc:docMk/>
            <pc:sldMk cId="0" sldId="270"/>
            <ac:spMk id="15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9:53.441" v="363" actId="1076"/>
          <ac:spMkLst>
            <pc:docMk/>
            <pc:sldMk cId="0" sldId="270"/>
            <ac:spMk id="16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9:53.441" v="363" actId="1076"/>
          <ac:spMkLst>
            <pc:docMk/>
            <pc:sldMk cId="0" sldId="270"/>
            <ac:spMk id="17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9:53.441" v="363" actId="1076"/>
          <ac:spMkLst>
            <pc:docMk/>
            <pc:sldMk cId="0" sldId="270"/>
            <ac:spMk id="18" creationId="{00000000-0000-0000-0000-000000000000}"/>
          </ac:spMkLst>
        </pc:spChg>
        <pc:picChg chg="add mod">
          <ac:chgData name="Berton, Luca - Dell Team" userId="aba6fabb-b799-429c-99b9-61cfd6c47137" providerId="ADAL" clId="{32CDFBBE-302B-4599-92F2-92ECD5E6EA60}" dt="2026-03-02T20:15:47.392" v="430"/>
          <ac:picMkLst>
            <pc:docMk/>
            <pc:sldMk cId="0" sldId="270"/>
            <ac:picMk id="19" creationId="{CBB147B2-C4C7-F6C9-8857-23A4397AA635}"/>
          </ac:picMkLst>
        </pc:picChg>
      </pc:sldChg>
      <pc:sldChg chg="addSp delSp modSp mod">
        <pc:chgData name="Berton, Luca - Dell Team" userId="aba6fabb-b799-429c-99b9-61cfd6c47137" providerId="ADAL" clId="{32CDFBBE-302B-4599-92F2-92ECD5E6EA60}" dt="2026-03-02T20:15:48.697" v="431"/>
        <pc:sldMkLst>
          <pc:docMk/>
          <pc:sldMk cId="0" sldId="271"/>
        </pc:sldMkLst>
        <pc:spChg chg="mod">
          <ac:chgData name="Berton, Luca - Dell Team" userId="aba6fabb-b799-429c-99b9-61cfd6c47137" providerId="ADAL" clId="{32CDFBBE-302B-4599-92F2-92ECD5E6EA60}" dt="2026-03-02T20:11:33.025" v="388" actId="207"/>
          <ac:spMkLst>
            <pc:docMk/>
            <pc:sldMk cId="0" sldId="271"/>
            <ac:spMk id="2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8:20.517" v="307" actId="20577"/>
          <ac:spMkLst>
            <pc:docMk/>
            <pc:sldMk cId="0" sldId="271"/>
            <ac:spMk id="3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08:22.142" v="308" actId="478"/>
          <ac:spMkLst>
            <pc:docMk/>
            <pc:sldMk cId="0" sldId="271"/>
            <ac:spMk id="4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08:13.808" v="305" actId="478"/>
          <ac:spMkLst>
            <pc:docMk/>
            <pc:sldMk cId="0" sldId="271"/>
            <ac:spMk id="5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8:29.890" v="309" actId="1076"/>
          <ac:spMkLst>
            <pc:docMk/>
            <pc:sldMk cId="0" sldId="271"/>
            <ac:spMk id="6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8:29.890" v="309" actId="1076"/>
          <ac:spMkLst>
            <pc:docMk/>
            <pc:sldMk cId="0" sldId="271"/>
            <ac:spMk id="7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8:29.890" v="309" actId="1076"/>
          <ac:spMkLst>
            <pc:docMk/>
            <pc:sldMk cId="0" sldId="271"/>
            <ac:spMk id="8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8:29.890" v="309" actId="1076"/>
          <ac:spMkLst>
            <pc:docMk/>
            <pc:sldMk cId="0" sldId="271"/>
            <ac:spMk id="9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8:29.890" v="309" actId="1076"/>
          <ac:spMkLst>
            <pc:docMk/>
            <pc:sldMk cId="0" sldId="271"/>
            <ac:spMk id="10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8:29.890" v="309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8:29.890" v="309" actId="107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8:29.890" v="309" actId="1076"/>
          <ac:spMkLst>
            <pc:docMk/>
            <pc:sldMk cId="0" sldId="271"/>
            <ac:spMk id="13" creationId="{00000000-0000-0000-0000-000000000000}"/>
          </ac:spMkLst>
        </pc:spChg>
        <pc:picChg chg="add mod">
          <ac:chgData name="Berton, Luca - Dell Team" userId="aba6fabb-b799-429c-99b9-61cfd6c47137" providerId="ADAL" clId="{32CDFBBE-302B-4599-92F2-92ECD5E6EA60}" dt="2026-03-02T20:15:48.697" v="431"/>
          <ac:picMkLst>
            <pc:docMk/>
            <pc:sldMk cId="0" sldId="271"/>
            <ac:picMk id="14" creationId="{C9B608B0-8B09-1825-0860-859DAC5DFC76}"/>
          </ac:picMkLst>
        </pc:picChg>
      </pc:sldChg>
      <pc:sldChg chg="addSp delSp modSp mod">
        <pc:chgData name="Berton, Luca - Dell Team" userId="aba6fabb-b799-429c-99b9-61cfd6c47137" providerId="ADAL" clId="{32CDFBBE-302B-4599-92F2-92ECD5E6EA60}" dt="2026-03-02T20:15:51.731" v="433"/>
        <pc:sldMkLst>
          <pc:docMk/>
          <pc:sldMk cId="0" sldId="272"/>
        </pc:sldMkLst>
        <pc:spChg chg="mod">
          <ac:chgData name="Berton, Luca - Dell Team" userId="aba6fabb-b799-429c-99b9-61cfd6c47137" providerId="ADAL" clId="{32CDFBBE-302B-4599-92F2-92ECD5E6EA60}" dt="2026-03-02T20:13:28.457" v="412" actId="207"/>
          <ac:spMkLst>
            <pc:docMk/>
            <pc:sldMk cId="0" sldId="272"/>
            <ac:spMk id="2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08:48.305" v="332" actId="20577"/>
          <ac:spMkLst>
            <pc:docMk/>
            <pc:sldMk cId="0" sldId="272"/>
            <ac:spMk id="3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08:33.901" v="310" actId="478"/>
          <ac:spMkLst>
            <pc:docMk/>
            <pc:sldMk cId="0" sldId="272"/>
            <ac:spMk id="4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08:34.816" v="311" actId="478"/>
          <ac:spMkLst>
            <pc:docMk/>
            <pc:sldMk cId="0" sldId="272"/>
            <ac:spMk id="5" creationId="{00000000-0000-0000-0000-000000000000}"/>
          </ac:spMkLst>
        </pc:spChg>
        <pc:picChg chg="add mod">
          <ac:chgData name="Berton, Luca - Dell Team" userId="aba6fabb-b799-429c-99b9-61cfd6c47137" providerId="ADAL" clId="{32CDFBBE-302B-4599-92F2-92ECD5E6EA60}" dt="2026-03-02T20:15:51.731" v="433"/>
          <ac:picMkLst>
            <pc:docMk/>
            <pc:sldMk cId="0" sldId="272"/>
            <ac:picMk id="27" creationId="{4D78EB8D-A43B-22FD-C370-EC6B89F49CF4}"/>
          </ac:picMkLst>
        </pc:picChg>
      </pc:sldChg>
      <pc:sldChg chg="addSp delSp modSp mod">
        <pc:chgData name="Berton, Luca - Dell Team" userId="aba6fabb-b799-429c-99b9-61cfd6c47137" providerId="ADAL" clId="{32CDFBBE-302B-4599-92F2-92ECD5E6EA60}" dt="2026-03-02T20:15:54.138" v="434"/>
        <pc:sldMkLst>
          <pc:docMk/>
          <pc:sldMk cId="0" sldId="273"/>
        </pc:sldMkLst>
        <pc:spChg chg="mod">
          <ac:chgData name="Berton, Luca - Dell Team" userId="aba6fabb-b799-429c-99b9-61cfd6c47137" providerId="ADAL" clId="{32CDFBBE-302B-4599-92F2-92ECD5E6EA60}" dt="2026-03-02T20:13:34.815" v="413" actId="207"/>
          <ac:spMkLst>
            <pc:docMk/>
            <pc:sldMk cId="0" sldId="273"/>
            <ac:spMk id="2" creationId="{00000000-0000-0000-0000-000000000000}"/>
          </ac:spMkLst>
        </pc:spChg>
        <pc:spChg chg="mod">
          <ac:chgData name="Berton, Luca - Dell Team" userId="aba6fabb-b799-429c-99b9-61cfd6c47137" providerId="ADAL" clId="{32CDFBBE-302B-4599-92F2-92ECD5E6EA60}" dt="2026-03-02T20:10:13.998" v="371" actId="122"/>
          <ac:spMkLst>
            <pc:docMk/>
            <pc:sldMk cId="0" sldId="273"/>
            <ac:spMk id="3" creationId="{00000000-0000-0000-0000-000000000000}"/>
          </ac:spMkLst>
        </pc:spChg>
        <pc:spChg chg="del">
          <ac:chgData name="Berton, Luca - Dell Team" userId="aba6fabb-b799-429c-99b9-61cfd6c47137" providerId="ADAL" clId="{32CDFBBE-302B-4599-92F2-92ECD5E6EA60}" dt="2026-03-02T20:09:10.336" v="338" actId="478"/>
          <ac:spMkLst>
            <pc:docMk/>
            <pc:sldMk cId="0" sldId="273"/>
            <ac:spMk id="4" creationId="{00000000-0000-0000-0000-000000000000}"/>
          </ac:spMkLst>
        </pc:spChg>
        <pc:picChg chg="add mod">
          <ac:chgData name="Berton, Luca - Dell Team" userId="aba6fabb-b799-429c-99b9-61cfd6c47137" providerId="ADAL" clId="{32CDFBBE-302B-4599-92F2-92ECD5E6EA60}" dt="2026-03-02T20:15:54.138" v="434"/>
          <ac:picMkLst>
            <pc:docMk/>
            <pc:sldMk cId="0" sldId="273"/>
            <ac:picMk id="11" creationId="{20FD7B2D-0202-0033-C49D-F2B7C148462C}"/>
          </ac:picMkLst>
        </pc:picChg>
      </pc:sldChg>
      <pc:sldChg chg="addSp delSp modSp new mod">
        <pc:chgData name="Berton, Luca - Dell Team" userId="aba6fabb-b799-429c-99b9-61cfd6c47137" providerId="ADAL" clId="{32CDFBBE-302B-4599-92F2-92ECD5E6EA60}" dt="2026-03-02T20:15:49.900" v="432"/>
        <pc:sldMkLst>
          <pc:docMk/>
          <pc:sldMk cId="822533768" sldId="274"/>
        </pc:sldMkLst>
        <pc:spChg chg="mod">
          <ac:chgData name="Berton, Luca - Dell Team" userId="aba6fabb-b799-429c-99b9-61cfd6c47137" providerId="ADAL" clId="{32CDFBBE-302B-4599-92F2-92ECD5E6EA60}" dt="2026-03-02T20:11:23.841" v="387" actId="20577"/>
          <ac:spMkLst>
            <pc:docMk/>
            <pc:sldMk cId="822533768" sldId="274"/>
            <ac:spMk id="2" creationId="{FFA9CF6B-DC0E-6937-C66C-C51F77325227}"/>
          </ac:spMkLst>
        </pc:spChg>
        <pc:spChg chg="del">
          <ac:chgData name="Berton, Luca - Dell Team" userId="aba6fabb-b799-429c-99b9-61cfd6c47137" providerId="ADAL" clId="{32CDFBBE-302B-4599-92F2-92ECD5E6EA60}" dt="2026-03-02T20:11:10.196" v="377" actId="478"/>
          <ac:spMkLst>
            <pc:docMk/>
            <pc:sldMk cId="822533768" sldId="274"/>
            <ac:spMk id="3" creationId="{BA2D7C03-5E77-897D-FE37-4A72BDB1239F}"/>
          </ac:spMkLst>
        </pc:spChg>
        <pc:spChg chg="add mod">
          <ac:chgData name="Berton, Luca - Dell Team" userId="aba6fabb-b799-429c-99b9-61cfd6c47137" providerId="ADAL" clId="{32CDFBBE-302B-4599-92F2-92ECD5E6EA60}" dt="2026-03-02T20:11:17.044" v="379" actId="6549"/>
          <ac:spMkLst>
            <pc:docMk/>
            <pc:sldMk cId="822533768" sldId="274"/>
            <ac:spMk id="4" creationId="{8AB48155-7858-6EC7-4BF2-2170791C08E8}"/>
          </ac:spMkLst>
        </pc:spChg>
        <pc:spChg chg="add mod">
          <ac:chgData name="Berton, Luca - Dell Team" userId="aba6fabb-b799-429c-99b9-61cfd6c47137" providerId="ADAL" clId="{32CDFBBE-302B-4599-92F2-92ECD5E6EA60}" dt="2026-03-02T20:11:11.457" v="378"/>
          <ac:spMkLst>
            <pc:docMk/>
            <pc:sldMk cId="822533768" sldId="274"/>
            <ac:spMk id="5" creationId="{671D7A33-5FB9-4B2F-C6BE-E11D94C4B18C}"/>
          </ac:spMkLst>
        </pc:spChg>
        <pc:picChg chg="add mod">
          <ac:chgData name="Berton, Luca - Dell Team" userId="aba6fabb-b799-429c-99b9-61cfd6c47137" providerId="ADAL" clId="{32CDFBBE-302B-4599-92F2-92ECD5E6EA60}" dt="2026-03-02T20:11:11.457" v="378"/>
          <ac:picMkLst>
            <pc:docMk/>
            <pc:sldMk cId="822533768" sldId="274"/>
            <ac:picMk id="6" creationId="{BD232581-A2A9-0F9A-19C0-812B2590CC36}"/>
          </ac:picMkLst>
        </pc:picChg>
        <pc:picChg chg="add mod">
          <ac:chgData name="Berton, Luca - Dell Team" userId="aba6fabb-b799-429c-99b9-61cfd6c47137" providerId="ADAL" clId="{32CDFBBE-302B-4599-92F2-92ECD5E6EA60}" dt="2026-03-02T20:11:11.457" v="378"/>
          <ac:picMkLst>
            <pc:docMk/>
            <pc:sldMk cId="822533768" sldId="274"/>
            <ac:picMk id="7" creationId="{7B927DA0-D8C9-E81B-C275-6C0528351B16}"/>
          </ac:picMkLst>
        </pc:picChg>
        <pc:picChg chg="add mod">
          <ac:chgData name="Berton, Luca - Dell Team" userId="aba6fabb-b799-429c-99b9-61cfd6c47137" providerId="ADAL" clId="{32CDFBBE-302B-4599-92F2-92ECD5E6EA60}" dt="2026-03-02T20:15:49.900" v="432"/>
          <ac:picMkLst>
            <pc:docMk/>
            <pc:sldMk cId="822533768" sldId="274"/>
            <ac:picMk id="8" creationId="{95CDBED7-89C2-6C92-753B-2FAF089F0A59}"/>
          </ac:picMkLst>
        </pc:picChg>
      </pc:sldChg>
    </pc:docChg>
  </pc:docChgLst>
</pc:chgInfo>
</file>

<file path=ppt/comments/modernComment_10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E905F3F-9707-43F1-B02B-0731139B89AE}" authorId="{5293C442-04B4-C720-E5D6-0283907CDABC}" status="resolved" created="2026-03-03T07:52:38.51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7"/>
      <ac:spMk id="3" creationId="{00000000-0000-0000-0000-000000000000}"/>
      <ac:txMk cp="57">
        <ac:context len="58" hash="1833757849"/>
      </ac:txMk>
    </ac:txMkLst>
    <p188:pos x="4473677" y="2599403"/>
    <p188:replyLst>
      <p188:reply id="{85625E17-EA51-4107-A0A9-E8C772D1FAAA}" authorId="{410D0A5D-0BD6-AD66-5DB3-06FFCA08DF24}" created="2026-03-03T08:03:46.417">
        <p188:txBody>
          <a:bodyPr/>
          <a:lstStyle/>
          <a:p>
            <a:r>
              <a:rPr lang="en-NL"/>
              <a:t>Removed “rate by ~70%.”</a:t>
            </a:r>
          </a:p>
        </p188:txBody>
      </p188:reply>
    </p188:replyLst>
    <p188:txBody>
      <a:bodyPr/>
      <a:lstStyle/>
      <a:p>
        <a:r>
          <a:rPr lang="en-US"/>
          <a:t>From where did you get this number?</a:t>
        </a:r>
      </a:p>
    </p188:txBody>
  </p188:cm>
</p188:cmLst>
</file>

<file path=ppt/comments/modernComment_10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D8C3FA4-6B8A-4D4D-91EF-7C3A3B4C3A72}" authorId="{5293C442-04B4-C720-E5D6-0283907CDABC}" created="2026-03-03T07:53:35.474">
    <pc:sldMkLst xmlns:pc="http://schemas.microsoft.com/office/powerpoint/2013/main/command">
      <pc:docMk/>
      <pc:sldMk cId="0" sldId="268"/>
    </pc:sldMkLst>
    <p188:txBody>
      <a:bodyPr/>
      <a:lstStyle/>
      <a:p>
        <a:r>
          <a:rPr lang="en-US"/>
          <a:t>It's the RUN:AI schendule, might be worth to call it out</a:t>
        </a:r>
      </a:p>
    </p188:txBody>
  </p188:cm>
</p188:cmLst>
</file>

<file path=ppt/comments/modernComment_10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6077886-DA10-4594-B842-6733D8C7E72D}" authorId="{5293C442-04B4-C720-E5D6-0283907CDABC}" status="resolved" created="2026-03-03T07:54:18.44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9"/>
      <ac:spMk id="3" creationId="{00000000-0000-0000-0000-000000000000}"/>
      <ac:txMk cp="175" len="97">
        <ac:context len="273" hash="2123301212"/>
      </ac:txMk>
    </ac:txMkLst>
    <p188:pos x="4018935" y="3441290"/>
    <p188:replyLst>
      <p188:reply id="{3318ABC0-90A2-4322-BB94-58C3CA979682}" authorId="{410D0A5D-0BD6-AD66-5DB3-06FFCA08DF24}" created="2026-03-03T08:08:07.294">
        <p188:txBody>
          <a:bodyPr/>
          <a:lstStyle/>
          <a:p>
            <a:r>
              <a:rPr lang="en-NL"/>
              <a:t>Added for the future</a:t>
            </a:r>
          </a:p>
        </p188:txBody>
      </p188:reply>
    </p188:replyLst>
    <p188:txBody>
      <a:bodyPr/>
      <a:lstStyle/>
      <a:p>
        <a:r>
          <a:rPr lang="en-US"/>
          <a:t>We don't do that. Happy to learn more ;-)</a:t>
        </a:r>
      </a:p>
    </p188:txBody>
  </p188:cm>
  <p188:cm id="{5A2A38CD-CE4F-478D-AE4D-1A41CB13156A}" authorId="{5293C442-04B4-C720-E5D6-0283907CDABC}" status="resolved" created="2026-03-03T07:54:33.491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9"/>
      <ac:spMk id="3" creationId="{00000000-0000-0000-0000-000000000000}"/>
      <ac:txMk cp="17" len="4">
        <ac:context len="273" hash="2123301212"/>
      </ac:txMk>
    </ac:txMkLst>
    <p188:pos x="516193" y="368709"/>
    <p188:replyLst>
      <p188:reply id="{EED72B8B-E0E1-4803-AC30-1A040346D8D8}" authorId="{410D0A5D-0BD6-AD66-5DB3-06FFCA08DF24}" created="2026-03-03T08:06:10.140">
        <p188:txBody>
          <a:bodyPr/>
          <a:lstStyle/>
          <a:p>
            <a:r>
              <a:rPr lang="en-NL"/>
              <a:t>Indeed, but I would like to mention as reference</a:t>
            </a:r>
          </a:p>
        </p188:txBody>
      </p188:reply>
    </p188:replyLst>
    <p188:txBody>
      <a:bodyPr/>
      <a:lstStyle/>
      <a:p>
        <a:r>
          <a:rPr lang="en-US"/>
          <a:t>We don't do MIG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6B3C031-14DB-47CF-95F5-1255AFB73955}" authorId="{5293C442-04B4-C720-E5D6-0283907CDABC}" status="resolved" created="2026-03-03T07:42:27.39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3" creationId="{00000000-0000-0000-0000-000000000000}"/>
      <ac:txMk cp="1" len="227">
        <ac:context len="391" hash="489740548"/>
      </ac:txMk>
    </ac:txMkLst>
    <p188:pos x="6194322" y="761999"/>
    <p188:replyLst>
      <p188:reply id="{6082A79B-3C61-453C-816C-6E4DAD77AC6A}" authorId="{410D0A5D-0BD6-AD66-5DB3-06FFCA08DF24}" created="2026-03-03T07:54:20.667">
        <p188:txBody>
          <a:bodyPr/>
          <a:lstStyle/>
          <a:p>
            <a:r>
              <a:rPr lang="en-NL"/>
              <a:t>added</a:t>
            </a:r>
          </a:p>
        </p188:txBody>
      </p188:reply>
    </p188:replyLst>
    <p188:txBody>
      <a:bodyPr/>
      <a:lstStyle/>
      <a:p>
        <a:r>
          <a:rPr lang="en-US"/>
          <a:t>Missing PScale with RDMA ;-)</a:t>
        </a:r>
      </a:p>
    </p188:txBody>
  </p188:cm>
  <p188:cm id="{85165277-8E68-4E23-9B78-D1F3EB2CDB51}" authorId="{5293C442-04B4-C720-E5D6-0283907CDABC}" status="resolved" created="2026-03-03T07:44:08.291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3" creationId="{00000000-0000-0000-0000-000000000000}"/>
      <ac:txMk cp="48" len="5">
        <ac:context len="391" hash="489740548"/>
      </ac:txMk>
    </ac:txMkLst>
    <p188:pos x="4043516" y="430161"/>
    <p188:replyLst>
      <p188:reply id="{3E8621B6-44C2-4339-8CC2-AD3229644E44}" authorId="{410D0A5D-0BD6-AD66-5DB3-06FFCA08DF24}" created="2026-03-03T07:54:26.946">
        <p188:txBody>
          <a:bodyPr/>
          <a:lstStyle/>
          <a:p>
            <a:r>
              <a:rPr lang="en-NL"/>
              <a:t>updated</a:t>
            </a:r>
          </a:p>
        </p188:txBody>
      </p188:reply>
    </p188:replyLst>
    <p188:txBody>
      <a:bodyPr/>
      <a:lstStyle/>
      <a:p>
        <a:r>
          <a:rPr lang="en-US"/>
          <a:t>R660 for control nodes
R670 for CPU nodes and ESXi</a:t>
        </a:r>
      </a:p>
    </p188:txBody>
  </p188:cm>
  <p188:cm id="{F9D5E58E-B79A-4767-92E6-EA37C7D88D88}" authorId="{5293C442-04B4-C720-E5D6-0283907CDABC}" status="resolved" created="2026-03-03T07:47:16.768" complete="100000">
    <pc:sldMkLst xmlns:pc="http://schemas.microsoft.com/office/powerpoint/2013/main/command">
      <pc:docMk/>
      <pc:sldMk cId="0" sldId="257"/>
    </pc:sldMkLst>
    <p188:replyLst>
      <p188:reply id="{7ADFA40A-56F6-4F0F-9D91-275E86B7A3EB}" authorId="{410D0A5D-0BD6-AD66-5DB3-06FFCA08DF24}" created="2026-03-03T07:54:34.987">
        <p188:txBody>
          <a:bodyPr/>
          <a:lstStyle/>
          <a:p>
            <a:r>
              <a:rPr lang="en-NL"/>
              <a:t>mentioned</a:t>
            </a:r>
          </a:p>
        </p188:txBody>
      </p188:reply>
    </p188:replyLst>
    <p188:txBody>
      <a:bodyPr/>
      <a:lstStyle/>
      <a:p>
        <a:r>
          <a:rPr lang="en-US"/>
          <a:t>I would call out the Dell AI factory: https://infohub.delltechnologies.com/en-us/l/generative-ai-in-the-enterprise-with-nvidia-gpus-networking-and-software-stack-and-red-hat-openshift-ai/solution-architecture-424/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52751E4-8060-4FCB-BE38-62DE2233A69D}" authorId="{5293C442-04B4-C720-E5D6-0283907CDABC}" status="resolved" created="2026-03-03T07:46:27.74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3" creationId="{00000000-0000-0000-0000-000000000000}"/>
      <ac:txMk cp="1" len="38">
        <ac:context len="394" hash="3645181431"/>
      </ac:txMk>
    </ac:txMkLst>
    <p188:pos x="2961967" y="368709"/>
    <p188:replyLst>
      <p188:reply id="{251E5145-F3D5-4465-9FA4-C563AAE3CE3E}" authorId="{410D0A5D-0BD6-AD66-5DB3-06FFCA08DF24}" created="2026-03-03T07:55:03.215">
        <p188:txBody>
          <a:bodyPr/>
          <a:lstStyle/>
          <a:p>
            <a:r>
              <a:rPr lang="en-NL"/>
              <a:t>updated</a:t>
            </a:r>
          </a:p>
        </p188:txBody>
      </p188:reply>
    </p188:replyLst>
    <p188:txBody>
      <a:bodyPr/>
      <a:lstStyle/>
      <a:p>
        <a:r>
          <a:rPr lang="en-US"/>
          <a:t>Hmmm, we've done our best to avoid that in day 1 ;-) - maybe it needs rephrasing ;-)</a:t>
        </a:r>
      </a:p>
    </p188:txBody>
  </p188:cm>
</p188:cmLst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E37F02B-55C0-4F56-9932-95E84BC7F332}" authorId="{5293C442-04B4-C720-E5D6-0283907CDABC}" status="resolved" created="2026-03-03T07:48:08.17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0"/>
      <ac:spMk id="7" creationId="{00000000-0000-0000-0000-000000000000}"/>
      <ac:txMk cp="29" len="15">
        <ac:context len="45" hash="73307445"/>
      </ac:txMk>
    </ac:txMkLst>
    <p188:pos x="2027903" y="577645"/>
    <p188:replyLst>
      <p188:reply id="{4AE0D599-DD4F-43E0-8A8F-8D1401FFD124}" authorId="{410D0A5D-0BD6-AD66-5DB3-06FFCA08DF24}" created="2026-03-03T08:04:19.111">
        <p188:txBody>
          <a:bodyPr/>
          <a:lstStyle/>
          <a:p>
            <a:r>
              <a:rPr lang="en-NL"/>
              <a:t>I’ll mention during presentation</a:t>
            </a:r>
          </a:p>
        </p188:txBody>
      </p188:reply>
    </p188:replyLst>
    <p188:txBody>
      <a:bodyPr/>
      <a:lstStyle/>
      <a:p>
        <a:r>
          <a:rPr lang="en-US"/>
          <a:t>Depends on use-cases. Training doesn't require low latency.</a:t>
        </a:r>
      </a:p>
    </p188:txBody>
  </p188:cm>
  <p188:cm id="{0C4F83DB-B820-4D32-BE3C-ADF9721CB6EF}" authorId="{5293C442-04B4-C720-E5D6-0283907CDABC}" status="resolved" created="2026-03-03T07:48:20.92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0"/>
      <ac:spMk id="9" creationId="{00000000-0000-0000-0000-000000000000}"/>
      <ac:txMk cp="1" len="10">
        <ac:context len="76" hash="1343859761"/>
      </ac:txMk>
    </ac:txMkLst>
    <p188:pos x="1388806" y="319548"/>
    <p188:replyLst>
      <p188:reply id="{347FA66C-25D9-4422-8714-E579FB7625D8}" authorId="{410D0A5D-0BD6-AD66-5DB3-06FFCA08DF24}" created="2026-03-03T07:54:11.028">
        <p188:txBody>
          <a:bodyPr/>
          <a:lstStyle/>
          <a:p>
            <a:r>
              <a:rPr lang="en-NL"/>
              <a:t>updated</a:t>
            </a:r>
          </a:p>
        </p188:txBody>
      </p188:reply>
    </p188:replyLst>
    <p188:txBody>
      <a:bodyPr/>
      <a:lstStyle/>
      <a:p>
        <a:r>
          <a:rPr lang="en-US"/>
          <a:t>repeatable accross environments</a:t>
        </a:r>
      </a:p>
    </p188:txBody>
  </p188:cm>
</p188:cmLst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D905E88-6334-4B0F-9352-CE35E1CCB2DF}" authorId="{5293C442-04B4-C720-E5D6-0283907CDABC}" status="resolved" created="2026-03-03T07:49:04.83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1"/>
      <ac:spMk id="12" creationId="{00000000-0000-0000-0000-000000000000}"/>
      <ac:txMk cp="0" len="1">
        <ac:context len="9" hash="1401233874"/>
      </ac:txMk>
    </ac:txMkLst>
    <p188:pos x="1075403" y="190499"/>
    <p188:replyLst>
      <p188:reply id="{98A7B3ED-AAD7-436F-912C-1D8DA1CD6862}" authorId="{410D0A5D-0BD6-AD66-5DB3-06FFCA08DF24}" created="2026-03-03T07:55:45.689">
        <p188:txBody>
          <a:bodyPr/>
          <a:lstStyle/>
          <a:p>
            <a:r>
              <a:rPr lang="en-NL"/>
              <a:t>updated</a:t>
            </a:r>
          </a:p>
        </p188:txBody>
      </p188:reply>
    </p188:replyLst>
    <p188:txBody>
      <a:bodyPr/>
      <a:lstStyle/>
      <a:p>
        <a:r>
          <a:rPr lang="en-US"/>
          <a:t>I would call it platform, because it contains more that on an OCP cluster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5C90636-BF38-42AB-BBC9-E58953A9FB87}" authorId="{5293C442-04B4-C720-E5D6-0283907CDABC}" status="resolved" created="2026-03-03T07:50:38.812" complete="100000">
    <pc:sldMkLst xmlns:pc="http://schemas.microsoft.com/office/powerpoint/2013/main/command">
      <pc:docMk/>
      <pc:sldMk cId="0" sldId="263"/>
    </pc:sldMkLst>
    <p188:replyLst>
      <p188:reply id="{7D534301-19A4-4DBC-A263-E33CBD07409C}" authorId="{410D0A5D-0BD6-AD66-5DB3-06FFCA08DF24}" created="2026-03-03T07:56:26.915">
        <p188:txBody>
          <a:bodyPr/>
          <a:lstStyle/>
          <a:p>
            <a:r>
              <a:rPr lang="en-NL"/>
              <a:t>Mark the slide hidden</a:t>
            </a:r>
          </a:p>
        </p188:txBody>
      </p188:reply>
    </p188:replyLst>
    <p188:txBody>
      <a:bodyPr/>
      <a:lstStyle/>
      <a:p>
        <a:r>
          <a:rPr lang="en-US"/>
          <a:t>To be fair, I won't brag about this HA proxy  solution, it has been designed to deal with very complex network segmentation.</a:t>
        </a:r>
      </a:p>
    </p188:txBody>
  </p188:cm>
</p188:cmLst>
</file>

<file path=ppt/comments/modernComment_10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DC9477D-2BF8-4417-9C23-A567E9BC4BC5}" authorId="{5293C442-04B4-C720-E5D6-0283907CDABC}" status="resolved" created="2026-03-03T07:51:21.751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4"/>
      <ac:spMk id="3" creationId="{00000000-0000-0000-0000-000000000000}"/>
      <ac:txMk cp="309">
        <ac:context len="404" hash="316731834"/>
      </ac:txMk>
    </ac:txMkLst>
    <p188:pos x="3127887" y="1726790"/>
    <p188:replyLst>
      <p188:reply id="{E4F404B3-A718-4EAF-B23B-7ACDDF53DE98}" authorId="{410D0A5D-0BD6-AD66-5DB3-06FFCA08DF24}" created="2026-03-03T08:04:56.931">
        <p188:txBody>
          <a:bodyPr/>
          <a:lstStyle/>
          <a:p>
            <a:r>
              <a:rPr lang="en-NL"/>
              <a:t>Added Run:AI</a:t>
            </a:r>
          </a:p>
        </p188:txBody>
      </p188:reply>
    </p188:replyLst>
    <p188:txBody>
      <a:bodyPr/>
      <a:lstStyle/>
      <a:p>
        <a:r>
          <a:rPr lang="en-US"/>
          <a:t>GPU limits doesn't exists in K8s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2"/>
          <p:cNvPicPr preferRelativeResize="0"/>
          <p:nvPr/>
        </p:nvPicPr>
        <p:blipFill rotWithShape="1">
          <a:blip r:embed="rId2">
            <a:alphaModFix/>
          </a:blip>
          <a:srcRect l="1202" t="-11993" r="8657" b="11319"/>
          <a:stretch/>
        </p:blipFill>
        <p:spPr>
          <a:xfrm>
            <a:off x="0" y="1137432"/>
            <a:ext cx="9144000" cy="401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2"/>
          <p:cNvSpPr txBox="1">
            <a:spLocks noGrp="1"/>
          </p:cNvSpPr>
          <p:nvPr>
            <p:ph type="ctrTitle"/>
          </p:nvPr>
        </p:nvSpPr>
        <p:spPr>
          <a:xfrm>
            <a:off x="311215" y="1251446"/>
            <a:ext cx="8010201" cy="145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subTitle" idx="1"/>
          </p:nvPr>
        </p:nvSpPr>
        <p:spPr>
          <a:xfrm>
            <a:off x="311214" y="2706624"/>
            <a:ext cx="8010201" cy="60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 i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/>
          <p:nvPr/>
        </p:nvSpPr>
        <p:spPr>
          <a:xfrm>
            <a:off x="5715812" y="178532"/>
            <a:ext cx="311125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#KubeCon #CloudNativeCon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214" y="178532"/>
            <a:ext cx="2007964" cy="873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7" name="Google Shape;1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214" y="178532"/>
            <a:ext cx="2007964" cy="873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3"/>
          <p:cNvPicPr preferRelativeResize="0"/>
          <p:nvPr/>
        </p:nvPicPr>
        <p:blipFill rotWithShape="1">
          <a:blip r:embed="rId3">
            <a:alphaModFix/>
          </a:blip>
          <a:srcRect l="1202" t="-11993" r="8657" b="11319"/>
          <a:stretch/>
        </p:blipFill>
        <p:spPr>
          <a:xfrm>
            <a:off x="0" y="1137432"/>
            <a:ext cx="9144000" cy="401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">
    <p:bg>
      <p:bgPr>
        <a:solidFill>
          <a:schemeClr val="accen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4"/>
          <p:cNvPicPr preferRelativeResize="0"/>
          <p:nvPr/>
        </p:nvPicPr>
        <p:blipFill rotWithShape="1">
          <a:blip r:embed="rId2">
            <a:alphaModFix/>
          </a:blip>
          <a:srcRect t="4325" r="35164"/>
          <a:stretch/>
        </p:blipFill>
        <p:spPr>
          <a:xfrm>
            <a:off x="6605328" y="0"/>
            <a:ext cx="253867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4"/>
          <p:cNvSpPr txBox="1"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2" name="Google Shape;2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214" y="178532"/>
            <a:ext cx="2007964" cy="873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4"/>
          <p:cNvPicPr preferRelativeResize="0"/>
          <p:nvPr/>
        </p:nvPicPr>
        <p:blipFill rotWithShape="1">
          <a:blip r:embed="rId4">
            <a:alphaModFix/>
          </a:blip>
          <a:srcRect l="1401" r="1402" b="26306"/>
          <a:stretch/>
        </p:blipFill>
        <p:spPr>
          <a:xfrm>
            <a:off x="0" y="3898365"/>
            <a:ext cx="9144000" cy="1245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 2">
    <p:bg>
      <p:bgPr>
        <a:solidFill>
          <a:schemeClr val="accen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15"/>
          <p:cNvPicPr preferRelativeResize="0"/>
          <p:nvPr/>
        </p:nvPicPr>
        <p:blipFill rotWithShape="1">
          <a:blip r:embed="rId2">
            <a:alphaModFix/>
          </a:blip>
          <a:srcRect r="50000" b="46797"/>
          <a:stretch/>
        </p:blipFill>
        <p:spPr>
          <a:xfrm>
            <a:off x="5040823" y="874513"/>
            <a:ext cx="4103177" cy="4268987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5"/>
          <p:cNvSpPr txBox="1">
            <a:spLocks noGrp="1"/>
          </p:cNvSpPr>
          <p:nvPr>
            <p:ph type="ctrTitle"/>
          </p:nvPr>
        </p:nvSpPr>
        <p:spPr>
          <a:xfrm>
            <a:off x="398302" y="1373367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ubTitle" idx="1"/>
          </p:nvPr>
        </p:nvSpPr>
        <p:spPr>
          <a:xfrm>
            <a:off x="398301" y="3397805"/>
            <a:ext cx="8010201" cy="67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8" name="Google Shape;2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214" y="178532"/>
            <a:ext cx="2007964" cy="873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40823" y="453033"/>
            <a:ext cx="25908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5"/>
          <p:cNvPicPr preferRelativeResize="0"/>
          <p:nvPr/>
        </p:nvPicPr>
        <p:blipFill rotWithShape="1">
          <a:blip r:embed="rId4">
            <a:alphaModFix/>
          </a:blip>
          <a:srcRect l="41002" b="9974"/>
          <a:stretch/>
        </p:blipFill>
        <p:spPr>
          <a:xfrm>
            <a:off x="-1" y="4080209"/>
            <a:ext cx="1528535" cy="1063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144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" name="Google Shape;35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168" y="4590949"/>
            <a:ext cx="1079628" cy="469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1_Title and body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/>
          <p:nvPr/>
        </p:nvSpPr>
        <p:spPr>
          <a:xfrm>
            <a:off x="7100" y="5625"/>
            <a:ext cx="9136900" cy="1047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7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6949739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" name="Google Shape;41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86496" y="263744"/>
            <a:ext cx="1245804" cy="541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144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168" y="4590949"/>
            <a:ext cx="1079628" cy="469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144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1" name="Google Shape;51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168" y="4590949"/>
            <a:ext cx="1079628" cy="469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168" y="4590949"/>
            <a:ext cx="1079628" cy="469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Logo">
    <p:bg>
      <p:bgPr>
        <a:solidFill>
          <a:schemeClr val="accen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214" y="178532"/>
            <a:ext cx="2007964" cy="873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21"/>
          <p:cNvPicPr preferRelativeResize="0"/>
          <p:nvPr/>
        </p:nvPicPr>
        <p:blipFill rotWithShape="1">
          <a:blip r:embed="rId3">
            <a:alphaModFix/>
          </a:blip>
          <a:srcRect t="21794" b="668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01_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microsoft.com/office/2018/10/relationships/comments" Target="../comments/modernComment_102_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04_0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05_0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07_0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08_0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0B_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0C_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0D_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b="1">
                <a:solidFill>
                  <a:schemeClr val="tx1"/>
                </a:solidFill>
              </a:rPr>
              <a:t>Multi-tenant GPUs on
Bare Metal OpenShift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 b="0">
                <a:solidFill>
                  <a:schemeClr val="bg1"/>
                </a:solidFill>
              </a:rPr>
              <a:t>A </a:t>
            </a:r>
            <a:r>
              <a:rPr sz="1600" b="0" err="1">
                <a:solidFill>
                  <a:schemeClr val="bg1"/>
                </a:solidFill>
              </a:rPr>
              <a:t>GitOps</a:t>
            </a:r>
            <a:r>
              <a:rPr sz="1600" b="0">
                <a:solidFill>
                  <a:schemeClr val="bg1"/>
                </a:solidFill>
              </a:rPr>
              <a:t> Blueprint from the Trenches
Luca Berton  ·  </a:t>
            </a:r>
            <a:r>
              <a:rPr sz="1600" b="0" err="1">
                <a:solidFill>
                  <a:schemeClr val="bg1"/>
                </a:solidFill>
              </a:rPr>
              <a:t>KubeCon</a:t>
            </a:r>
            <a:r>
              <a:rPr sz="1600" b="0">
                <a:solidFill>
                  <a:schemeClr val="bg1"/>
                </a:solidFill>
              </a:rPr>
              <a:t> Europe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chemeClr val="bg1"/>
                </a:solidFill>
              </a:rPr>
              <a:t>The </a:t>
            </a:r>
            <a:r>
              <a:rPr lang="en-US" sz="2400" b="1">
                <a:solidFill>
                  <a:schemeClr val="bg1"/>
                </a:solidFill>
              </a:rPr>
              <a:t>E</a:t>
            </a:r>
            <a:r>
              <a:rPr sz="2400" b="1">
                <a:solidFill>
                  <a:schemeClr val="bg1"/>
                </a:solidFill>
              </a:rPr>
              <a:t>nvironment: </a:t>
            </a:r>
            <a:r>
              <a:rPr lang="en-US" sz="2400" b="1">
                <a:solidFill>
                  <a:schemeClr val="bg1"/>
                </a:solidFill>
              </a:rPr>
              <a:t>B</a:t>
            </a:r>
            <a:r>
              <a:rPr sz="2400" b="1">
                <a:solidFill>
                  <a:schemeClr val="bg1"/>
                </a:solidFill>
              </a:rPr>
              <a:t>are </a:t>
            </a:r>
            <a:r>
              <a:rPr lang="en-US" sz="2400" b="1">
                <a:solidFill>
                  <a:schemeClr val="bg1"/>
                </a:solidFill>
              </a:rPr>
              <a:t>M</a:t>
            </a:r>
            <a:r>
              <a:rPr sz="2400" b="1">
                <a:solidFill>
                  <a:schemeClr val="bg1"/>
                </a:solidFill>
              </a:rPr>
              <a:t>etal, no </a:t>
            </a:r>
            <a:r>
              <a:rPr lang="en-US" sz="2400" b="1">
                <a:solidFill>
                  <a:schemeClr val="bg1"/>
                </a:solidFill>
              </a:rPr>
              <a:t>S</a:t>
            </a:r>
            <a:r>
              <a:rPr sz="2400" b="1">
                <a:solidFill>
                  <a:schemeClr val="bg1"/>
                </a:solidFill>
              </a:rPr>
              <a:t>afety </a:t>
            </a:r>
            <a:r>
              <a:rPr lang="en-US" sz="2400" b="1">
                <a:solidFill>
                  <a:schemeClr val="bg1"/>
                </a:solidFill>
              </a:rPr>
              <a:t>N</a:t>
            </a:r>
            <a:r>
              <a:rPr sz="2400" b="1">
                <a:solidFill>
                  <a:schemeClr val="bg1"/>
                </a:solidFill>
              </a:rPr>
              <a:t>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pPr marL="114300" indent="0">
              <a:lnSpc>
                <a:spcPct val="150000"/>
              </a:lnSpc>
              <a:spcBef>
                <a:spcPts val="300"/>
              </a:spcBef>
              <a:buNone/>
            </a:pPr>
            <a:r>
              <a:rPr sz="1300" b="0" i="0">
                <a:solidFill>
                  <a:srgbClr val="333333"/>
                </a:solidFill>
              </a:rPr>
              <a:t>Dell </a:t>
            </a:r>
            <a:r>
              <a:rPr lang="en-US" sz="1300" b="0" i="0">
                <a:solidFill>
                  <a:srgbClr val="333333"/>
                </a:solidFill>
              </a:rPr>
              <a:t>AI Factory </a:t>
            </a:r>
            <a:r>
              <a:rPr sz="1300" b="0" i="0">
                <a:solidFill>
                  <a:srgbClr val="333333"/>
                </a:solidFill>
              </a:rPr>
              <a:t>bare-metal cluster — </a:t>
            </a:r>
            <a:r>
              <a:rPr lang="en-US" sz="1300">
                <a:solidFill>
                  <a:srgbClr val="333333"/>
                </a:solidFill>
              </a:rPr>
              <a:t>PowerEdge </a:t>
            </a:r>
            <a:r>
              <a:rPr lang="en-US" sz="1300" b="0" i="0">
                <a:solidFill>
                  <a:srgbClr val="333333"/>
                </a:solidFill>
              </a:rPr>
              <a:t>R660</a:t>
            </a:r>
            <a:r>
              <a:rPr sz="1300" b="0" i="0">
                <a:solidFill>
                  <a:srgbClr val="333333"/>
                </a:solidFill>
              </a:rPr>
              <a:t> control plane, </a:t>
            </a:r>
            <a:endParaRPr lang="en-US" sz="1300" b="0" i="0">
              <a:solidFill>
                <a:srgbClr val="333333"/>
              </a:solidFill>
            </a:endParaRPr>
          </a:p>
          <a:p>
            <a:pPr marL="114300" indent="0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1300" b="0" i="0">
                <a:solidFill>
                  <a:srgbClr val="333333"/>
                </a:solidFill>
              </a:rPr>
              <a:t>R670 CPU nodes and </a:t>
            </a:r>
            <a:r>
              <a:rPr lang="en-US" sz="1300" b="0" i="0" err="1">
                <a:solidFill>
                  <a:srgbClr val="333333"/>
                </a:solidFill>
              </a:rPr>
              <a:t>ESXi</a:t>
            </a:r>
            <a:r>
              <a:rPr lang="en-US" sz="1300" b="0" i="0">
                <a:solidFill>
                  <a:srgbClr val="333333"/>
                </a:solidFill>
              </a:rPr>
              <a:t>, XE7740</a:t>
            </a:r>
            <a:r>
              <a:rPr sz="1300" b="0" i="0">
                <a:solidFill>
                  <a:srgbClr val="333333"/>
                </a:solidFill>
              </a:rPr>
              <a:t> GPU workers</a:t>
            </a:r>
            <a:endParaRPr lang="en-US" sz="1300" b="0" i="0">
              <a:solidFill>
                <a:srgbClr val="333333"/>
              </a:solidFill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300" err="1">
                <a:solidFill>
                  <a:srgbClr val="333333"/>
                </a:solidFill>
              </a:rPr>
              <a:t>PowerScale</a:t>
            </a:r>
            <a:r>
              <a:rPr lang="en-US" sz="1300">
                <a:solidFill>
                  <a:srgbClr val="333333"/>
                </a:solidFill>
              </a:rPr>
              <a:t> scale-out NAS with RDMA w/</a:t>
            </a:r>
            <a:r>
              <a:rPr lang="en-US" sz="1300" err="1">
                <a:solidFill>
                  <a:srgbClr val="333333"/>
                </a:solidFill>
              </a:rPr>
              <a:t>OneFS</a:t>
            </a:r>
            <a:endParaRPr sz="1300" b="0" i="0">
              <a:solidFill>
                <a:srgbClr val="333333"/>
              </a:solidFill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300" b="0" i="0">
                <a:solidFill>
                  <a:srgbClr val="333333"/>
                </a:solidFill>
              </a:rPr>
              <a:t>Latest </a:t>
            </a:r>
            <a:r>
              <a:rPr sz="1300" b="0" i="0">
                <a:solidFill>
                  <a:srgbClr val="333333"/>
                </a:solidFill>
              </a:rPr>
              <a:t>OpenShift + OpenShift AI, NVIDIA GPU &amp; Network Operators</a:t>
            </a:r>
            <a:r>
              <a:rPr lang="en-US" sz="1300">
                <a:solidFill>
                  <a:srgbClr val="333333"/>
                </a:solidFill>
              </a:rPr>
              <a:t> &amp; </a:t>
            </a:r>
            <a:r>
              <a:rPr lang="en-US" sz="1300" err="1">
                <a:solidFill>
                  <a:srgbClr val="333333"/>
                </a:solidFill>
              </a:rPr>
              <a:t>Run:AI</a:t>
            </a:r>
            <a:endParaRPr sz="1300" b="0" i="0">
              <a:solidFill>
                <a:srgbClr val="333333"/>
              </a:solidFill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300" b="0" i="0">
                <a:solidFill>
                  <a:srgbClr val="333333"/>
                </a:solidFill>
              </a:rPr>
              <a:t>NVIDIA</a:t>
            </a:r>
            <a:r>
              <a:rPr sz="1300" b="0" i="0">
                <a:solidFill>
                  <a:srgbClr val="333333"/>
                </a:solidFill>
              </a:rPr>
              <a:t> GPUs H200 </a:t>
            </a:r>
            <a:r>
              <a:rPr lang="en-US" sz="1300" b="0" i="0">
                <a:solidFill>
                  <a:srgbClr val="333333"/>
                </a:solidFill>
              </a:rPr>
              <a:t>nodes in air-gapped </a:t>
            </a:r>
            <a:r>
              <a:rPr lang="en-US" sz="1300">
                <a:solidFill>
                  <a:srgbClr val="333333"/>
                </a:solidFill>
              </a:rPr>
              <a:t>environment</a:t>
            </a:r>
            <a:endParaRPr sz="1300" b="0" i="0">
              <a:solidFill>
                <a:srgbClr val="333333"/>
              </a:solidFill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Air-gapped with local Quay mirror — no public registries</a:t>
            </a:r>
            <a:endParaRPr lang="en-US" sz="1300" b="0" i="0">
              <a:solidFill>
                <a:srgbClr val="333333"/>
              </a:solidFill>
            </a:endParaRPr>
          </a:p>
          <a:p>
            <a:pPr marL="114300" indent="0">
              <a:spcBef>
                <a:spcPts val="600"/>
              </a:spcBef>
              <a:buNone/>
            </a:pPr>
            <a:r>
              <a:rPr lang="en-NL" sz="1300" i="1">
                <a:solidFill>
                  <a:srgbClr val="0D47A1"/>
                </a:solidFill>
              </a:rPr>
              <a:t>▎</a:t>
            </a:r>
            <a:r>
              <a:rPr sz="1300" i="1">
                <a:solidFill>
                  <a:srgbClr val="0D47A1"/>
                </a:solidFill>
              </a:rPr>
              <a:t> No cloud abstractions. Every layer is ours to manage.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513" y="4091249"/>
            <a:ext cx="192024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Dell Bare Metal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3633" y="4091249"/>
            <a:ext cx="1920240" cy="50292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OpenShift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6752" y="4091249"/>
            <a:ext cx="1920240" cy="50292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GPU/Net Operators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09872" y="4091249"/>
            <a:ext cx="1920240" cy="50292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Quay Mirror</a:t>
            </a:r>
          </a:p>
        </p:txBody>
      </p:sp>
      <p:pic>
        <p:nvPicPr>
          <p:cNvPr id="11" name="Image 2" descr="/mnt/data/assets/dell.png">
            <a:extLst>
              <a:ext uri="{FF2B5EF4-FFF2-40B4-BE49-F238E27FC236}">
                <a16:creationId xmlns:a16="http://schemas.microsoft.com/office/drawing/2014/main" id="{6C154399-9E47-3F11-8F63-55926D422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007" y="4718463"/>
            <a:ext cx="650894" cy="377190"/>
          </a:xfrm>
          <a:prstGeom prst="rect">
            <a:avLst/>
          </a:prstGeom>
        </p:spPr>
      </p:pic>
      <p:pic>
        <p:nvPicPr>
          <p:cNvPr id="4" name="Picture 3" descr="Block diagram representing the reference architecture">
            <a:extLst>
              <a:ext uri="{FF2B5EF4-FFF2-40B4-BE49-F238E27FC236}">
                <a16:creationId xmlns:a16="http://schemas.microsoft.com/office/drawing/2014/main" id="{B849E971-BCD9-692E-40F2-A6D38C1B2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0477" y="1810285"/>
            <a:ext cx="3970211" cy="2146104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chemeClr val="bg1"/>
                </a:solidFill>
              </a:rPr>
              <a:t>"It runs" ≠ "It's safe to share"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pPr marL="114300" indent="0">
              <a:spcBef>
                <a:spcPts val="200"/>
              </a:spcBef>
              <a:buNone/>
            </a:pPr>
            <a:r>
              <a:rPr sz="1400" b="1" i="0">
                <a:solidFill>
                  <a:srgbClr val="333333"/>
                </a:solidFill>
              </a:rPr>
              <a:t>What we actually </a:t>
            </a:r>
            <a:r>
              <a:rPr lang="en-US" sz="1400" b="1" i="0">
                <a:solidFill>
                  <a:srgbClr val="333333"/>
                </a:solidFill>
              </a:rPr>
              <a:t>avoided from </a:t>
            </a:r>
            <a:r>
              <a:rPr sz="1400" b="1" i="0">
                <a:solidFill>
                  <a:srgbClr val="333333"/>
                </a:solidFill>
              </a:rPr>
              <a:t>day one: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sz="1300" b="1">
                <a:solidFill>
                  <a:srgbClr val="EA4335"/>
                </a:solidFill>
              </a:rPr>
              <a:t>🔥 Noisy neighbors</a:t>
            </a:r>
            <a:r>
              <a:rPr sz="1300" b="0"/>
              <a:t> hoarding GPU memory → latency spikes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sz="1300" b="1">
                <a:solidFill>
                  <a:srgbClr val="EA4335"/>
                </a:solidFill>
              </a:rPr>
              <a:t>💀 Queue explosions</a:t>
            </a:r>
            <a:r>
              <a:rPr sz="1300" b="0"/>
              <a:t> → jobs starving, 'random wins' scheduling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sz="1300" b="1">
                <a:solidFill>
                  <a:srgbClr val="F57C00"/>
                </a:solidFill>
              </a:rPr>
              <a:t>🧩 MIG misfit</a:t>
            </a:r>
            <a:r>
              <a:rPr sz="1300" b="0"/>
              <a:t> → some workloads thrived, others crawled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sz="1300" b="1">
                <a:solidFill>
                  <a:srgbClr val="F57C00"/>
                </a:solidFill>
              </a:rPr>
              <a:t>💣 Driver drift</a:t>
            </a:r>
            <a:r>
              <a:rPr sz="1300" b="0"/>
              <a:t> → proprietary kernel modules + firmware mismatch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sz="1300" b="1">
                <a:solidFill>
                  <a:srgbClr val="F57C00"/>
                </a:solidFill>
              </a:rPr>
              <a:t>🌐 Network chaos</a:t>
            </a:r>
            <a:r>
              <a:rPr sz="1300" b="0"/>
              <a:t> → SR-IOV misconfigured, RDMA failures</a:t>
            </a:r>
          </a:p>
          <a:p>
            <a:pPr marL="114300" indent="0">
              <a:spcBef>
                <a:spcPts val="600"/>
              </a:spcBef>
              <a:buNone/>
            </a:pPr>
            <a:r>
              <a:rPr sz="1300" i="1">
                <a:solidFill>
                  <a:srgbClr val="0D47A1"/>
                </a:solidFill>
              </a:rPr>
              <a:t>▎ We needed guardrails. We needed a </a:t>
            </a:r>
            <a:r>
              <a:rPr sz="1300" i="1" err="1">
                <a:solidFill>
                  <a:srgbClr val="0D47A1"/>
                </a:solidFill>
              </a:rPr>
              <a:t>GitOps</a:t>
            </a:r>
            <a:r>
              <a:rPr sz="1300" i="1">
                <a:solidFill>
                  <a:srgbClr val="0D47A1"/>
                </a:solidFill>
              </a:rPr>
              <a:t>-driven framework.</a:t>
            </a:r>
          </a:p>
        </p:txBody>
      </p:sp>
      <p:pic>
        <p:nvPicPr>
          <p:cNvPr id="10" name="Picture 9" descr="Image of a man in a blue button-down shirt in a room of servers pushing buttons on one of the servers. ">
            <a:extLst>
              <a:ext uri="{FF2B5EF4-FFF2-40B4-BE49-F238E27FC236}">
                <a16:creationId xmlns:a16="http://schemas.microsoft.com/office/drawing/2014/main" id="{6DFFCA5C-6B52-EC82-4296-F7F14A2DF4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548" b="1"/>
          <a:stretch>
            <a:fillRect/>
          </a:stretch>
        </p:blipFill>
        <p:spPr>
          <a:xfrm>
            <a:off x="5745461" y="1168923"/>
            <a:ext cx="3334440" cy="2674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 2" descr="/mnt/data/assets/dell.png">
            <a:extLst>
              <a:ext uri="{FF2B5EF4-FFF2-40B4-BE49-F238E27FC236}">
                <a16:creationId xmlns:a16="http://schemas.microsoft.com/office/drawing/2014/main" id="{A2DA8BB5-0277-443D-56AA-04312A98B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007" y="4718463"/>
            <a:ext cx="650894" cy="377190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chemeClr val="bg1"/>
                </a:solidFill>
              </a:rPr>
              <a:t>The </a:t>
            </a:r>
            <a:r>
              <a:rPr lang="en-US" sz="2400" b="1">
                <a:solidFill>
                  <a:schemeClr val="bg1"/>
                </a:solidFill>
              </a:rPr>
              <a:t>F</a:t>
            </a:r>
            <a:r>
              <a:rPr sz="2400" b="1">
                <a:solidFill>
                  <a:schemeClr val="bg1"/>
                </a:solidFill>
              </a:rPr>
              <a:t>ramework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pPr marL="114300" indent="0">
              <a:spcBef>
                <a:spcPts val="600"/>
              </a:spcBef>
              <a:buNone/>
            </a:pPr>
            <a:r>
              <a:rPr sz="1300" i="1">
                <a:solidFill>
                  <a:srgbClr val="0D47A1"/>
                </a:solidFill>
              </a:rPr>
              <a:t>▎ Every decision filters through these three lenses.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029" y="2366010"/>
            <a:ext cx="2560320" cy="41148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🛡️ SAFE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029" y="2777490"/>
            <a:ext cx="2560320" cy="86868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</a:rPr>
              <a:t>Blast radius = zero
One team can't
break another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4669" y="2366010"/>
            <a:ext cx="256032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⚖️ FAIR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4669" y="2777490"/>
            <a:ext cx="2560320" cy="86868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</a:rPr>
              <a:t>Contention is
deterministic
No more 'random wins'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9309" y="2366010"/>
            <a:ext cx="2560320" cy="41148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⚡ EFFICIENT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9309" y="2777490"/>
            <a:ext cx="2560320" cy="86868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</a:rPr>
              <a:t>Outcomes per
GPU-hour
Utilization ≠ useful work</a:t>
            </a:r>
          </a:p>
        </p:txBody>
      </p:sp>
      <p:pic>
        <p:nvPicPr>
          <p:cNvPr id="12" name="Image 2" descr="/mnt/data/assets/dell.png">
            <a:extLst>
              <a:ext uri="{FF2B5EF4-FFF2-40B4-BE49-F238E27FC236}">
                <a16:creationId xmlns:a16="http://schemas.microsoft.com/office/drawing/2014/main" id="{EAC7C405-79F5-787C-36B3-27F233CFF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007" y="4718463"/>
            <a:ext cx="650894" cy="3771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chemeClr val="bg1"/>
                </a:solidFill>
              </a:rPr>
              <a:t>Three </a:t>
            </a:r>
            <a:r>
              <a:rPr lang="en-US" sz="2400" b="1">
                <a:solidFill>
                  <a:schemeClr val="bg1"/>
                </a:solidFill>
              </a:rPr>
              <a:t>P</a:t>
            </a:r>
            <a:r>
              <a:rPr sz="2400" b="1">
                <a:solidFill>
                  <a:schemeClr val="bg1"/>
                </a:solidFill>
              </a:rPr>
              <a:t>ersonas, </a:t>
            </a:r>
            <a:r>
              <a:rPr lang="en-US" sz="2400" b="1">
                <a:solidFill>
                  <a:schemeClr val="bg1"/>
                </a:solidFill>
              </a:rPr>
              <a:t>O</a:t>
            </a:r>
            <a:r>
              <a:rPr sz="2400" b="1">
                <a:solidFill>
                  <a:schemeClr val="bg1"/>
                </a:solidFill>
              </a:rPr>
              <a:t>ne </a:t>
            </a:r>
            <a:r>
              <a:rPr lang="en-US" sz="2400" b="1">
                <a:solidFill>
                  <a:schemeClr val="bg1"/>
                </a:solidFill>
              </a:rPr>
              <a:t>P</a:t>
            </a:r>
            <a:r>
              <a:rPr sz="2400" b="1">
                <a:solidFill>
                  <a:schemeClr val="bg1"/>
                </a:solidFill>
              </a:rPr>
              <a:t>latform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pPr marL="114300" indent="0">
              <a:spcBef>
                <a:spcPts val="200"/>
              </a:spcBef>
              <a:buNone/>
            </a:pPr>
            <a:r>
              <a:rPr lang="en-NL" sz="1300" i="1">
                <a:solidFill>
                  <a:srgbClr val="0D47A1"/>
                </a:solidFill>
              </a:rPr>
              <a:t>▎ </a:t>
            </a:r>
            <a:r>
              <a:rPr sz="1300" i="1">
                <a:solidFill>
                  <a:srgbClr val="0D47A1"/>
                </a:solidFill>
              </a:rPr>
              <a:t>The rule: if any one persona loses, adoption collapses.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766" y="2399695"/>
            <a:ext cx="256032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👩‍💻 End-user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766" y="2816522"/>
            <a:ext cx="2560320" cy="100584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</a:rPr>
              <a:t>"Give me a GPU fast,
keep my latency stable"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4406" y="2399695"/>
            <a:ext cx="256032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🔧 LLMOps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84406" y="2811175"/>
            <a:ext cx="2560320" cy="100584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</a:rPr>
              <a:t>"Repeatable </a:t>
            </a:r>
            <a:r>
              <a:rPr lang="en-US" sz="1100" b="0">
                <a:solidFill>
                  <a:srgbClr val="333333"/>
                </a:solidFill>
              </a:rPr>
              <a:t>across environments </a:t>
            </a:r>
            <a:r>
              <a:rPr sz="1100" b="0">
                <a:solidFill>
                  <a:srgbClr val="333333"/>
                </a:solidFill>
              </a:rPr>
              <a:t>deploys,
safe upgrades,
full observability"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19046" y="2399695"/>
            <a:ext cx="2560320" cy="4114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🏢 Tenant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19046" y="2811175"/>
            <a:ext cx="2560320" cy="100584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</a:rPr>
              <a:t>"Enforce my boundaries,
show me the bill"</a:t>
            </a:r>
          </a:p>
        </p:txBody>
      </p:sp>
      <p:pic>
        <p:nvPicPr>
          <p:cNvPr id="12" name="Image 2" descr="/mnt/data/assets/dell.png">
            <a:extLst>
              <a:ext uri="{FF2B5EF4-FFF2-40B4-BE49-F238E27FC236}">
                <a16:creationId xmlns:a16="http://schemas.microsoft.com/office/drawing/2014/main" id="{5AF5DD7B-2F62-8280-7E19-A33FC6314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007" y="4718463"/>
            <a:ext cx="650894" cy="377190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chemeClr val="bg1"/>
                </a:solidFill>
              </a:rPr>
              <a:t>🔄 </a:t>
            </a:r>
            <a:r>
              <a:rPr sz="2400" b="1" err="1">
                <a:solidFill>
                  <a:schemeClr val="bg1"/>
                </a:solidFill>
              </a:rPr>
              <a:t>GitOps</a:t>
            </a:r>
            <a:r>
              <a:rPr sz="2400" b="1">
                <a:solidFill>
                  <a:schemeClr val="bg1"/>
                </a:solidFill>
              </a:rPr>
              <a:t>: </a:t>
            </a:r>
            <a:r>
              <a:rPr lang="en-US" sz="2400" b="1">
                <a:solidFill>
                  <a:schemeClr val="bg1"/>
                </a:solidFill>
              </a:rPr>
              <a:t>E</a:t>
            </a:r>
            <a:r>
              <a:rPr sz="2400" b="1">
                <a:solidFill>
                  <a:schemeClr val="bg1"/>
                </a:solidFill>
              </a:rPr>
              <a:t>verything is </a:t>
            </a:r>
            <a:r>
              <a:rPr lang="en-US" sz="2400" b="1">
                <a:solidFill>
                  <a:schemeClr val="bg1"/>
                </a:solidFill>
              </a:rPr>
              <a:t>C</a:t>
            </a:r>
            <a:r>
              <a:rPr sz="2400" b="1">
                <a:solidFill>
                  <a:schemeClr val="bg1"/>
                </a:solidFill>
              </a:rPr>
              <a:t>ode, </a:t>
            </a:r>
            <a:r>
              <a:rPr lang="en-US" sz="2400" b="1">
                <a:solidFill>
                  <a:schemeClr val="bg1"/>
                </a:solidFill>
              </a:rPr>
              <a:t>A</a:t>
            </a:r>
            <a:r>
              <a:rPr sz="2400" b="1">
                <a:solidFill>
                  <a:schemeClr val="bg1"/>
                </a:solidFill>
              </a:rPr>
              <a:t>uditable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pPr marL="114300" indent="0">
              <a:spcBef>
                <a:spcPts val="200"/>
              </a:spcBef>
              <a:buNone/>
            </a:pPr>
            <a:r>
              <a:rPr sz="1300" b="1" i="0">
                <a:solidFill>
                  <a:srgbClr val="333333"/>
                </a:solidFill>
              </a:rPr>
              <a:t>Argo CD / OpenShift </a:t>
            </a:r>
            <a:r>
              <a:rPr sz="1300" b="1" i="0" err="1">
                <a:solidFill>
                  <a:srgbClr val="333333"/>
                </a:solidFill>
              </a:rPr>
              <a:t>GitOps</a:t>
            </a:r>
            <a:r>
              <a:rPr sz="1300" b="1" i="0">
                <a:solidFill>
                  <a:srgbClr val="333333"/>
                </a:solidFill>
              </a:rPr>
              <a:t> as the single source of truth</a:t>
            </a:r>
            <a:endParaRPr lang="en-US" sz="1300" b="1" i="0">
              <a:solidFill>
                <a:srgbClr val="333333"/>
              </a:solidFill>
            </a:endParaRPr>
          </a:p>
          <a:p>
            <a:pPr marL="114300" indent="0">
              <a:spcBef>
                <a:spcPts val="200"/>
              </a:spcBef>
              <a:buNone/>
            </a:pPr>
            <a:endParaRPr sz="1300" b="1" i="0">
              <a:solidFill>
                <a:srgbClr val="333333"/>
              </a:solidFill>
            </a:endParaRPr>
          </a:p>
          <a:p>
            <a:pPr marL="114300" indent="0">
              <a:spcBef>
                <a:spcPts val="100"/>
              </a:spcBef>
              <a:buNone/>
            </a:pPr>
            <a:r>
              <a:rPr sz="1000" b="0" i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gitops</a:t>
            </a:r>
            <a:r>
              <a:rPr sz="1000" b="0" i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pPr marL="114300" indent="0">
              <a:spcBef>
                <a:spcPts val="100"/>
              </a:spcBef>
              <a:buNone/>
            </a:pPr>
            <a:r>
              <a:rPr sz="1000" b="0" i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├── cluster-config/        # </a:t>
            </a:r>
            <a:r>
              <a:rPr sz="1000" b="0" i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Kustomize</a:t>
            </a:r>
            <a:r>
              <a:rPr sz="1000" b="0" i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+ overlays</a:t>
            </a:r>
          </a:p>
          <a:p>
            <a:pPr marL="114300" indent="0">
              <a:spcBef>
                <a:spcPts val="100"/>
              </a:spcBef>
              <a:buNone/>
            </a:pPr>
            <a:r>
              <a:rPr sz="1000" b="0" i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   ├── base/operators/   </a:t>
            </a:r>
            <a:r>
              <a:rPr lang="en-US" sz="1000" b="0" i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000" b="0" i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GPU Op, Network Op, SR-IOV</a:t>
            </a:r>
          </a:p>
          <a:p>
            <a:pPr marL="114300" indent="0">
              <a:spcBef>
                <a:spcPts val="100"/>
              </a:spcBef>
              <a:buNone/>
            </a:pPr>
            <a:r>
              <a:rPr sz="1000" b="0" i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   ├── base/infra/        # </a:t>
            </a:r>
            <a:r>
              <a:rPr sz="1000" b="0" i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StorageClasses</a:t>
            </a:r>
            <a:r>
              <a:rPr sz="1000" b="0" i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Network</a:t>
            </a:r>
          </a:p>
          <a:p>
            <a:pPr marL="114300" indent="0">
              <a:spcBef>
                <a:spcPts val="100"/>
              </a:spcBef>
              <a:buNone/>
            </a:pPr>
            <a:r>
              <a:rPr sz="1000" b="0" i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   └── overlays/prod/    </a:t>
            </a:r>
            <a:r>
              <a:rPr lang="en-US" sz="1000" b="0" i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000" b="0" i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Patches: quotas, OAuth</a:t>
            </a:r>
          </a:p>
          <a:p>
            <a:pPr marL="114300" indent="0">
              <a:spcBef>
                <a:spcPts val="100"/>
              </a:spcBef>
              <a:buNone/>
            </a:pPr>
            <a:r>
              <a:rPr sz="1000" b="0" i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├── applications/          # Helm apps (per-env values)</a:t>
            </a:r>
          </a:p>
          <a:p>
            <a:pPr marL="114300" indent="0">
              <a:spcBef>
                <a:spcPts val="100"/>
              </a:spcBef>
              <a:buNone/>
            </a:pPr>
            <a:r>
              <a:rPr sz="1000" b="0" i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└── </a:t>
            </a:r>
            <a:r>
              <a:rPr sz="1000" b="0" i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argocd</a:t>
            </a:r>
            <a:r>
              <a:rPr sz="1000" b="0" i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                # Root apps + </a:t>
            </a:r>
            <a:r>
              <a:rPr sz="1000" b="0" i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ApplicationSets</a:t>
            </a:r>
            <a:endParaRPr sz="1000" b="0" i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5760" y="3931920"/>
            <a:ext cx="1645920" cy="41148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Git Commit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57400" y="4023360"/>
            <a:ext cx="32004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560320" y="3931920"/>
            <a:ext cx="1645920" cy="411480"/>
          </a:xfrm>
          <a:prstGeom prst="round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Pull Request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51960" y="4023360"/>
            <a:ext cx="32004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54880" y="3931920"/>
            <a:ext cx="164592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ArgoCD Sync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46520" y="4023360"/>
            <a:ext cx="32004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49440" y="3931920"/>
            <a:ext cx="1645920" cy="41148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</a:rPr>
              <a:t>Platform</a:t>
            </a:r>
            <a:endParaRPr sz="1100" b="1">
              <a:solidFill>
                <a:srgbClr val="FFFFFF"/>
              </a:solidFill>
            </a:endParaRPr>
          </a:p>
        </p:txBody>
      </p:sp>
      <p:pic>
        <p:nvPicPr>
          <p:cNvPr id="13" name="Image 2" descr="/mnt/data/assets/dell.png">
            <a:extLst>
              <a:ext uri="{FF2B5EF4-FFF2-40B4-BE49-F238E27FC236}">
                <a16:creationId xmlns:a16="http://schemas.microsoft.com/office/drawing/2014/main" id="{3F54DE88-1DD7-D304-CBCE-496B3C433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007" y="4718463"/>
            <a:ext cx="650894" cy="377190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chemeClr val="bg1"/>
                </a:solidFill>
              </a:rPr>
              <a:t>🚀 Bootstrap: bare metal to </a:t>
            </a:r>
            <a:r>
              <a:rPr sz="2400" b="1" err="1">
                <a:solidFill>
                  <a:schemeClr val="bg1"/>
                </a:solidFill>
              </a:rPr>
              <a:t>GitOps</a:t>
            </a:r>
            <a:endParaRPr sz="2400" b="1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pPr marL="114300" indent="0">
              <a:spcBef>
                <a:spcPts val="200"/>
              </a:spcBef>
              <a:buNone/>
            </a:pPr>
            <a:r>
              <a:rPr sz="1300" b="1" i="0">
                <a:solidFill>
                  <a:srgbClr val="333333"/>
                </a:solidFill>
              </a:rPr>
              <a:t>Ansible → initial handshake</a:t>
            </a:r>
          </a:p>
          <a:p>
            <a:pPr marL="114300" indent="0">
              <a:spcBef>
                <a:spcPts val="200"/>
              </a:spcBef>
              <a:buNone/>
            </a:pPr>
            <a:r>
              <a:rPr sz="600" b="0" i="0"/>
              <a:t> </a:t>
            </a:r>
          </a:p>
          <a:p>
            <a:pPr marL="114300" indent="0">
              <a:spcBef>
                <a:spcPts val="200"/>
              </a:spcBef>
              <a:buNone/>
            </a:pPr>
            <a:r>
              <a:rPr sz="600" b="0" i="0"/>
              <a:t> </a:t>
            </a:r>
          </a:p>
          <a:p>
            <a:pPr marL="114300" indent="0">
              <a:spcBef>
                <a:spcPts val="200"/>
              </a:spcBef>
              <a:buNone/>
            </a:pPr>
            <a:r>
              <a:rPr sz="600" b="0" i="0"/>
              <a:t> </a:t>
            </a:r>
          </a:p>
          <a:p>
            <a:pPr marL="114300" indent="0">
              <a:spcBef>
                <a:spcPts val="200"/>
              </a:spcBef>
              <a:buNone/>
            </a:pPr>
            <a:r>
              <a:rPr sz="600" b="0" i="0"/>
              <a:t> </a:t>
            </a:r>
          </a:p>
          <a:p>
            <a:pPr marL="114300" indent="0">
              <a:spcBef>
                <a:spcPts val="200"/>
              </a:spcBef>
              <a:buNone/>
            </a:pPr>
            <a:endParaRPr lang="en-US" sz="600" b="0" i="0"/>
          </a:p>
          <a:p>
            <a:pPr marL="114300" indent="0">
              <a:spcBef>
                <a:spcPts val="200"/>
              </a:spcBef>
              <a:buNone/>
            </a:pPr>
            <a:endParaRPr lang="en-US" sz="600"/>
          </a:p>
          <a:p>
            <a:pPr marL="114300" indent="0">
              <a:spcBef>
                <a:spcPts val="200"/>
              </a:spcBef>
              <a:buNone/>
            </a:pPr>
            <a:endParaRPr lang="en-US" sz="600" b="0" i="0"/>
          </a:p>
          <a:p>
            <a:pPr marL="114300" indent="0">
              <a:spcBef>
                <a:spcPts val="200"/>
              </a:spcBef>
              <a:buNone/>
            </a:pPr>
            <a:endParaRPr lang="en-US" sz="600"/>
          </a:p>
          <a:p>
            <a:pPr marL="114300" indent="0">
              <a:spcBef>
                <a:spcPts val="200"/>
              </a:spcBef>
              <a:buNone/>
            </a:pPr>
            <a:endParaRPr lang="en-US" sz="600" b="0" i="0"/>
          </a:p>
          <a:p>
            <a:pPr marL="114300" indent="0">
              <a:spcBef>
                <a:spcPts val="200"/>
              </a:spcBef>
              <a:buNone/>
            </a:pPr>
            <a:endParaRPr lang="en-US" sz="600" b="0" i="0"/>
          </a:p>
          <a:p>
            <a:pPr marL="114300" indent="0">
              <a:spcBef>
                <a:spcPts val="200"/>
              </a:spcBef>
              <a:buNone/>
            </a:pPr>
            <a:r>
              <a:rPr sz="600" b="0" i="0"/>
              <a:t> </a:t>
            </a:r>
          </a:p>
          <a:p>
            <a:pPr marL="114300" indent="0">
              <a:spcBef>
                <a:spcPts val="800"/>
              </a:spcBef>
              <a:buNone/>
            </a:pPr>
            <a:r>
              <a:rPr sz="1300" b="1" i="0">
                <a:solidFill>
                  <a:srgbClr val="333333"/>
                </a:solidFill>
              </a:rPr>
              <a:t>Air-gap</a:t>
            </a:r>
            <a:r>
              <a:rPr lang="en-US" sz="1300" b="1" i="0">
                <a:solidFill>
                  <a:srgbClr val="333333"/>
                </a:solidFill>
              </a:rPr>
              <a:t>: B</a:t>
            </a:r>
            <a:r>
              <a:rPr sz="1300" b="1" i="0">
                <a:solidFill>
                  <a:srgbClr val="333333"/>
                </a:solidFill>
              </a:rPr>
              <a:t>ootstrap</a:t>
            </a:r>
            <a:r>
              <a:rPr lang="en-US" sz="1300" b="1" i="0">
                <a:solidFill>
                  <a:srgbClr val="333333"/>
                </a:solidFill>
              </a:rPr>
              <a:t> </a:t>
            </a:r>
            <a:r>
              <a:rPr lang="en-US" sz="1300" b="1" i="0" err="1">
                <a:solidFill>
                  <a:srgbClr val="333333"/>
                </a:solidFill>
              </a:rPr>
              <a:t>G</a:t>
            </a:r>
            <a:r>
              <a:rPr sz="1300" b="1" i="0" err="1">
                <a:solidFill>
                  <a:srgbClr val="333333"/>
                </a:solidFill>
              </a:rPr>
              <a:t>itops</a:t>
            </a:r>
            <a:r>
              <a:rPr lang="en-US" sz="1300" b="1" i="0">
                <a:solidFill>
                  <a:srgbClr val="333333"/>
                </a:solidFill>
              </a:rPr>
              <a:t> &amp; Q</a:t>
            </a:r>
            <a:r>
              <a:rPr sz="1300" b="1" i="0">
                <a:solidFill>
                  <a:srgbClr val="333333"/>
                </a:solidFill>
              </a:rPr>
              <a:t>uay</a:t>
            </a:r>
          </a:p>
          <a:p>
            <a:pPr>
              <a:spcBef>
                <a:spcPts val="300"/>
              </a:spcBef>
            </a:pPr>
            <a:r>
              <a:rPr sz="1200" b="0" i="0" err="1">
                <a:solidFill>
                  <a:srgbClr val="333333"/>
                </a:solidFill>
              </a:rPr>
              <a:t>ImageDigestMirrorSet</a:t>
            </a:r>
            <a:r>
              <a:rPr sz="1200" b="0" i="0">
                <a:solidFill>
                  <a:srgbClr val="333333"/>
                </a:solidFill>
              </a:rPr>
              <a:t> for mirrored registries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333333"/>
                </a:solidFill>
              </a:rPr>
              <a:t>Local </a:t>
            </a:r>
            <a:r>
              <a:rPr sz="1200" b="0" i="0" err="1">
                <a:solidFill>
                  <a:srgbClr val="333333"/>
                </a:solidFill>
              </a:rPr>
              <a:t>CatalogSources</a:t>
            </a:r>
            <a:r>
              <a:rPr sz="1200" b="0" i="0">
                <a:solidFill>
                  <a:srgbClr val="333333"/>
                </a:solidFill>
              </a:rPr>
              <a:t> (</a:t>
            </a:r>
            <a:r>
              <a:rPr sz="1200" b="0" i="0" err="1">
                <a:solidFill>
                  <a:srgbClr val="333333"/>
                </a:solidFill>
              </a:rPr>
              <a:t>redhat</a:t>
            </a:r>
            <a:r>
              <a:rPr sz="1200" b="0" i="0">
                <a:solidFill>
                  <a:srgbClr val="333333"/>
                </a:solidFill>
              </a:rPr>
              <a:t> + certified indexes)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333333"/>
                </a:solidFill>
              </a:rPr>
              <a:t>Quay CA trust + pull secrets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320040" cy="3200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084832"/>
            <a:ext cx="1828800" cy="50292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</a:rPr>
              <a:t>Install GitOps
Operator (OLM)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40280" y="2148840"/>
            <a:ext cx="22860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14600" y="1737360"/>
            <a:ext cx="320040" cy="32004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2084832"/>
            <a:ext cx="1828800" cy="50292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</a:rPr>
              <a:t>Register Git
repo in ArgoCD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389120" y="2148840"/>
            <a:ext cx="22860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63440" y="1737360"/>
            <a:ext cx="320040" cy="32004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084832"/>
            <a:ext cx="1828800" cy="50292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</a:rPr>
              <a:t>Apply root App
+ AppSets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537960" y="2148840"/>
            <a:ext cx="22860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12280" y="1737360"/>
            <a:ext cx="320040" cy="32004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2084832"/>
            <a:ext cx="1828800" cy="50292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</a:rPr>
              <a:t>ArgoCD takes
over (day-2)</a:t>
            </a:r>
          </a:p>
        </p:txBody>
      </p:sp>
      <p:pic>
        <p:nvPicPr>
          <p:cNvPr id="17" name="Image 2" descr="/mnt/data/assets/dell.png">
            <a:extLst>
              <a:ext uri="{FF2B5EF4-FFF2-40B4-BE49-F238E27FC236}">
                <a16:creationId xmlns:a16="http://schemas.microsoft.com/office/drawing/2014/main" id="{6B6BF0EF-2AF0-C8F2-26C8-3B416BAD9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007" y="4718463"/>
            <a:ext cx="650894" cy="3771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chemeClr val="bg1"/>
                </a:solidFill>
              </a:rPr>
              <a:t>🌐 Multi-tenant networking: </a:t>
            </a:r>
            <a:r>
              <a:rPr sz="2200" b="1" err="1">
                <a:solidFill>
                  <a:schemeClr val="bg1"/>
                </a:solidFill>
              </a:rPr>
              <a:t>HAProxy</a:t>
            </a:r>
            <a:r>
              <a:rPr sz="2200" b="1">
                <a:solidFill>
                  <a:schemeClr val="bg1"/>
                </a:solidFill>
              </a:rPr>
              <a:t> + </a:t>
            </a:r>
            <a:r>
              <a:rPr sz="2200" b="1" err="1">
                <a:solidFill>
                  <a:schemeClr val="bg1"/>
                </a:solidFill>
              </a:rPr>
              <a:t>Keepalived</a:t>
            </a:r>
            <a:endParaRPr sz="2200" b="1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754" y="1216598"/>
            <a:ext cx="8520600" cy="3317400"/>
          </a:xfrm>
        </p:spPr>
        <p:txBody>
          <a:bodyPr/>
          <a:lstStyle/>
          <a:p>
            <a:pPr>
              <a:spcBef>
                <a:spcPts val="200"/>
              </a:spcBef>
            </a:pPr>
            <a:endParaRPr lang="en-US" sz="600" b="0" i="0"/>
          </a:p>
          <a:p>
            <a:pPr>
              <a:spcBef>
                <a:spcPts val="200"/>
              </a:spcBef>
            </a:pPr>
            <a:endParaRPr lang="en-US" sz="600"/>
          </a:p>
          <a:p>
            <a:pPr>
              <a:spcBef>
                <a:spcPts val="200"/>
              </a:spcBef>
            </a:pPr>
            <a:endParaRPr lang="en-US" sz="600" b="0" i="0"/>
          </a:p>
          <a:p>
            <a:pPr>
              <a:spcBef>
                <a:spcPts val="200"/>
              </a:spcBef>
            </a:pPr>
            <a:endParaRPr lang="en-US" sz="600"/>
          </a:p>
          <a:p>
            <a:pPr>
              <a:spcBef>
                <a:spcPts val="200"/>
              </a:spcBef>
            </a:pPr>
            <a:endParaRPr lang="en-US" sz="600" b="0" i="0"/>
          </a:p>
          <a:p>
            <a:pPr>
              <a:spcBef>
                <a:spcPts val="200"/>
              </a:spcBef>
            </a:pPr>
            <a:endParaRPr lang="en-US" sz="600" b="0" i="0"/>
          </a:p>
          <a:p>
            <a:pPr marL="114300" indent="0">
              <a:spcBef>
                <a:spcPts val="200"/>
              </a:spcBef>
              <a:buNone/>
            </a:pPr>
            <a:endParaRPr lang="en-US" sz="600"/>
          </a:p>
          <a:p>
            <a:pPr marL="114300" indent="0">
              <a:spcBef>
                <a:spcPts val="200"/>
              </a:spcBef>
              <a:buNone/>
            </a:pPr>
            <a:endParaRPr lang="en-US" sz="600"/>
          </a:p>
          <a:p>
            <a:pPr marL="114300" indent="0">
              <a:spcBef>
                <a:spcPts val="200"/>
              </a:spcBef>
              <a:buNone/>
            </a:pPr>
            <a:endParaRPr lang="en-US" sz="600"/>
          </a:p>
          <a:p>
            <a:pPr marL="114300" indent="0">
              <a:spcBef>
                <a:spcPts val="200"/>
              </a:spcBef>
              <a:buNone/>
            </a:pPr>
            <a:endParaRPr lang="en-US" sz="600"/>
          </a:p>
          <a:p>
            <a:pPr marL="114300" indent="0">
              <a:spcBef>
                <a:spcPts val="200"/>
              </a:spcBef>
              <a:buNone/>
            </a:pPr>
            <a:endParaRPr lang="en-US" sz="600"/>
          </a:p>
          <a:p>
            <a:pPr marL="114300" indent="0">
              <a:spcBef>
                <a:spcPts val="200"/>
              </a:spcBef>
              <a:buNone/>
            </a:pPr>
            <a:endParaRPr lang="en-US" sz="600"/>
          </a:p>
          <a:p>
            <a:pPr marL="114300" indent="0">
              <a:spcBef>
                <a:spcPts val="200"/>
              </a:spcBef>
              <a:buNone/>
            </a:pPr>
            <a:r>
              <a:rPr sz="600" b="0" i="0"/>
              <a:t> </a:t>
            </a:r>
            <a:endParaRPr lang="en-US" sz="600" b="0" i="0"/>
          </a:p>
          <a:p>
            <a:pPr marL="114300" indent="0">
              <a:spcBef>
                <a:spcPts val="200"/>
              </a:spcBef>
              <a:buNone/>
            </a:pPr>
            <a:endParaRPr lang="en-US" sz="600"/>
          </a:p>
          <a:p>
            <a:pPr marL="114300" indent="0">
              <a:spcBef>
                <a:spcPts val="200"/>
              </a:spcBef>
              <a:buNone/>
            </a:pPr>
            <a:endParaRPr lang="en-US" sz="600" b="0" i="0"/>
          </a:p>
          <a:p>
            <a:pPr marL="114300" indent="0">
              <a:spcBef>
                <a:spcPts val="200"/>
              </a:spcBef>
              <a:buNone/>
            </a:pPr>
            <a:endParaRPr lang="en-US" sz="600" b="0" i="0"/>
          </a:p>
          <a:p>
            <a:pPr marL="114300" indent="0">
              <a:spcBef>
                <a:spcPts val="200"/>
              </a:spcBef>
              <a:buNone/>
            </a:pPr>
            <a:endParaRPr lang="en-US" sz="600"/>
          </a:p>
          <a:p>
            <a:pPr marL="114300" indent="0">
              <a:spcBef>
                <a:spcPts val="200"/>
              </a:spcBef>
              <a:buNone/>
            </a:pPr>
            <a:endParaRPr sz="600" b="0" i="0"/>
          </a:p>
          <a:p>
            <a:pPr marL="114300" indent="0">
              <a:spcBef>
                <a:spcPts val="600"/>
              </a:spcBef>
              <a:buNone/>
            </a:pPr>
            <a:r>
              <a:rPr lang="en-US" sz="1200" b="0" i="0">
                <a:solidFill>
                  <a:srgbClr val="333333"/>
                </a:solidFill>
              </a:rPr>
              <a:t>SR‑IOV virtual functions for NIC isolation (per‑tenant network QoS)</a:t>
            </a:r>
          </a:p>
          <a:p>
            <a:pPr marL="114300" indent="0">
              <a:spcBef>
                <a:spcPts val="600"/>
              </a:spcBef>
              <a:buNone/>
            </a:pPr>
            <a:r>
              <a:rPr sz="1200" b="0" i="0">
                <a:solidFill>
                  <a:srgbClr val="333333"/>
                </a:solidFill>
              </a:rPr>
              <a:t>Per-tenant logging via </a:t>
            </a:r>
            <a:r>
              <a:rPr sz="1200" b="0" i="0" err="1">
                <a:solidFill>
                  <a:srgbClr val="333333"/>
                </a:solidFill>
              </a:rPr>
              <a:t>rsyslog</a:t>
            </a:r>
            <a:r>
              <a:rPr sz="1200" b="0" i="0">
                <a:solidFill>
                  <a:srgbClr val="333333"/>
                </a:solidFill>
              </a:rPr>
              <a:t> → /var/log/</a:t>
            </a:r>
            <a:r>
              <a:rPr sz="1200" b="0" i="0" err="1">
                <a:solidFill>
                  <a:srgbClr val="333333"/>
                </a:solidFill>
              </a:rPr>
              <a:t>haproxy</a:t>
            </a:r>
            <a:r>
              <a:rPr sz="1200" b="0" i="0">
                <a:solidFill>
                  <a:srgbClr val="333333"/>
                </a:solidFill>
              </a:rPr>
              <a:t>-&lt;tenant&gt;.log</a:t>
            </a:r>
          </a:p>
          <a:p>
            <a:pPr marL="114300" indent="0">
              <a:spcBef>
                <a:spcPts val="600"/>
              </a:spcBef>
              <a:buNone/>
            </a:pPr>
            <a:r>
              <a:rPr sz="1300" i="1">
                <a:solidFill>
                  <a:srgbClr val="0D47A1"/>
                </a:solidFill>
              </a:rPr>
              <a:t>▎ All templated with Jinja2 — add a tenant = add a </a:t>
            </a:r>
            <a:r>
              <a:rPr sz="1300" i="1" err="1">
                <a:solidFill>
                  <a:srgbClr val="0D47A1"/>
                </a:solidFill>
              </a:rPr>
              <a:t>dict</a:t>
            </a:r>
            <a:r>
              <a:rPr sz="1300" i="1">
                <a:solidFill>
                  <a:srgbClr val="0D47A1"/>
                </a:solidFill>
              </a:rPr>
              <a:t> entry.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842" y="1686578"/>
            <a:ext cx="1554480" cy="11887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Keepalived
VRRP
MASTER/BACKUP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80041" y="2098058"/>
            <a:ext cx="27432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00082" y="1686578"/>
            <a:ext cx="1828800" cy="118872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err="1">
                <a:solidFill>
                  <a:srgbClr val="FFFFFF"/>
                </a:solidFill>
              </a:rPr>
              <a:t>HAProxy</a:t>
            </a:r>
            <a:r>
              <a:rPr sz="1000" b="1">
                <a:solidFill>
                  <a:srgbClr val="FFFFFF"/>
                </a:solidFill>
              </a:rPr>
              <a:t>
</a:t>
            </a:r>
            <a:r>
              <a:rPr sz="1000" b="1" err="1">
                <a:solidFill>
                  <a:srgbClr val="FFFFFF"/>
                </a:solidFill>
              </a:rPr>
              <a:t>vip_apps</a:t>
            </a:r>
            <a:r>
              <a:rPr sz="1000" b="1">
                <a:solidFill>
                  <a:srgbClr val="FFFFFF"/>
                </a:solidFill>
              </a:rPr>
              <a:t>
</a:t>
            </a:r>
            <a:r>
              <a:rPr sz="1000" b="1" err="1">
                <a:solidFill>
                  <a:srgbClr val="FFFFFF"/>
                </a:solidFill>
              </a:rPr>
              <a:t>vip_apps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4574602" y="2098058"/>
            <a:ext cx="27432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94642" y="1686578"/>
            <a:ext cx="1554480" cy="50292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Tenant A NodePort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4642" y="2280938"/>
            <a:ext cx="1554480" cy="50292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Tenant B NodePort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494842" y="1823738"/>
            <a:ext cx="27432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6494842" y="2372378"/>
            <a:ext cx="27432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14882" y="1686578"/>
            <a:ext cx="1463040" cy="118872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FFFF"/>
                </a:solidFill>
              </a:rPr>
              <a:t>OpenShift Ingress</a:t>
            </a:r>
            <a:endParaRPr sz="1000" b="1">
              <a:solidFill>
                <a:srgbClr val="FFFFFF"/>
              </a:solidFill>
            </a:endParaRPr>
          </a:p>
        </p:txBody>
      </p:sp>
      <p:pic>
        <p:nvPicPr>
          <p:cNvPr id="15" name="Image 2" descr="/mnt/data/assets/dell.png">
            <a:extLst>
              <a:ext uri="{FF2B5EF4-FFF2-40B4-BE49-F238E27FC236}">
                <a16:creationId xmlns:a16="http://schemas.microsoft.com/office/drawing/2014/main" id="{EBFBDED4-5EE5-F23D-7007-FADD9267B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007" y="4718463"/>
            <a:ext cx="650894" cy="377190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chemeClr val="bg1"/>
                </a:solidFill>
              </a:rPr>
              <a:t>🛡️ Safety: reduce blast radius by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spcBef>
                <a:spcPts val="200"/>
              </a:spcBef>
              <a:buNone/>
            </a:pPr>
            <a:r>
              <a:rPr sz="1300" b="1" i="0">
                <a:solidFill>
                  <a:srgbClr val="34A853"/>
                </a:solidFill>
              </a:rPr>
              <a:t>Namespace isolation as the hard boundary: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Scoped </a:t>
            </a:r>
            <a:r>
              <a:rPr sz="1300" b="0" i="0" err="1">
                <a:solidFill>
                  <a:srgbClr val="333333"/>
                </a:solidFill>
              </a:rPr>
              <a:t>ServiceAccounts</a:t>
            </a:r>
            <a:r>
              <a:rPr sz="1300" b="0" i="0">
                <a:solidFill>
                  <a:srgbClr val="333333"/>
                </a:solidFill>
              </a:rPr>
              <a:t> — no cross-namespace verbs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RBAC least-privilege from day one</a:t>
            </a:r>
          </a:p>
          <a:p>
            <a:pPr>
              <a:spcBef>
                <a:spcPts val="300"/>
              </a:spcBef>
            </a:pPr>
            <a:r>
              <a:rPr sz="1300" b="0" i="0" err="1">
                <a:solidFill>
                  <a:srgbClr val="333333"/>
                </a:solidFill>
              </a:rPr>
              <a:t>NetworkPolicy</a:t>
            </a:r>
            <a:r>
              <a:rPr sz="1300" b="0" i="0">
                <a:solidFill>
                  <a:srgbClr val="333333"/>
                </a:solidFill>
              </a:rPr>
              <a:t>: deny-by-default between tenants</a:t>
            </a:r>
            <a:endParaRPr lang="en-US" sz="1300" b="0" i="0">
              <a:solidFill>
                <a:srgbClr val="333333"/>
              </a:solidFill>
            </a:endParaRP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333333"/>
                </a:solidFill>
              </a:rPr>
              <a:t>Pod Security / SCC guardrails; no privileged pods on shared nodes</a:t>
            </a:r>
          </a:p>
          <a:p>
            <a:pPr marL="114300" indent="0">
              <a:spcBef>
                <a:spcPts val="200"/>
              </a:spcBef>
              <a:buNone/>
            </a:pPr>
            <a:r>
              <a:rPr sz="1300" b="1" i="0">
                <a:solidFill>
                  <a:srgbClr val="34A853"/>
                </a:solidFill>
              </a:rPr>
              <a:t>Resource guardrails in </a:t>
            </a:r>
            <a:r>
              <a:rPr sz="1300" b="1" i="0" err="1">
                <a:solidFill>
                  <a:srgbClr val="34A853"/>
                </a:solidFill>
              </a:rPr>
              <a:t>Kustomize</a:t>
            </a:r>
            <a:r>
              <a:rPr sz="1300" b="1" i="0">
                <a:solidFill>
                  <a:srgbClr val="34A853"/>
                </a:solidFill>
              </a:rPr>
              <a:t> overlays:</a:t>
            </a:r>
          </a:p>
          <a:p>
            <a:pPr>
              <a:spcBef>
                <a:spcPts val="300"/>
              </a:spcBef>
            </a:pPr>
            <a:r>
              <a:rPr sz="1300" b="0" i="0" err="1">
                <a:solidFill>
                  <a:srgbClr val="333333"/>
                </a:solidFill>
              </a:rPr>
              <a:t>ResourceQuota</a:t>
            </a:r>
            <a:r>
              <a:rPr sz="1300" b="0" i="0">
                <a:solidFill>
                  <a:srgbClr val="333333"/>
                </a:solidFill>
              </a:rPr>
              <a:t> + </a:t>
            </a:r>
            <a:r>
              <a:rPr sz="1300" b="0" i="0" err="1">
                <a:solidFill>
                  <a:srgbClr val="333333"/>
                </a:solidFill>
              </a:rPr>
              <a:t>LimitRange</a:t>
            </a:r>
            <a:r>
              <a:rPr sz="1300" b="0" i="0">
                <a:solidFill>
                  <a:srgbClr val="333333"/>
                </a:solidFill>
              </a:rPr>
              <a:t>: CPU, memory, object counts</a:t>
            </a:r>
            <a:r>
              <a:rPr lang="en-US" sz="1300">
                <a:solidFill>
                  <a:srgbClr val="333333"/>
                </a:solidFill>
              </a:rPr>
              <a:t> - </a:t>
            </a:r>
            <a:r>
              <a:rPr lang="en-US" sz="1300" b="0" i="0">
                <a:solidFill>
                  <a:srgbClr val="333333"/>
                </a:solidFill>
              </a:rPr>
              <a:t>GPU </a:t>
            </a:r>
            <a:r>
              <a:rPr lang="en-US" sz="1300">
                <a:solidFill>
                  <a:srgbClr val="333333"/>
                </a:solidFill>
              </a:rPr>
              <a:t>via </a:t>
            </a:r>
            <a:r>
              <a:rPr lang="en-US" sz="1300" err="1">
                <a:solidFill>
                  <a:srgbClr val="333333"/>
                </a:solidFill>
              </a:rPr>
              <a:t>Run:AI</a:t>
            </a:r>
            <a:endParaRPr sz="1300" b="0" i="0">
              <a:solidFill>
                <a:srgbClr val="333333"/>
              </a:solidFill>
            </a:endParaRP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Admission webhooks catch </a:t>
            </a:r>
            <a:r>
              <a:rPr sz="1300" b="0" i="0" err="1">
                <a:solidFill>
                  <a:srgbClr val="333333"/>
                </a:solidFill>
              </a:rPr>
              <a:t>misconfigs</a:t>
            </a:r>
            <a:r>
              <a:rPr sz="1300" b="0" i="0">
                <a:solidFill>
                  <a:srgbClr val="333333"/>
                </a:solidFill>
              </a:rPr>
              <a:t> before deploy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383280"/>
            <a:ext cx="7772400" cy="301752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RBAC + ServiceAccounts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30752"/>
            <a:ext cx="7223760" cy="3017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NetworkPolicy (deny-by-default)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078224"/>
            <a:ext cx="6675120" cy="30175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ResourceQuota + LimitRange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4425696"/>
            <a:ext cx="6126480" cy="301752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Admission Webhooks</a:t>
            </a:r>
          </a:p>
        </p:txBody>
      </p:sp>
      <p:pic>
        <p:nvPicPr>
          <p:cNvPr id="10" name="Image 2" descr="/mnt/data/assets/dell.png">
            <a:extLst>
              <a:ext uri="{FF2B5EF4-FFF2-40B4-BE49-F238E27FC236}">
                <a16:creationId xmlns:a16="http://schemas.microsoft.com/office/drawing/2014/main" id="{9B1FB6D1-6CBE-3B2E-051B-A6179BBBC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007" y="4718463"/>
            <a:ext cx="650894" cy="377190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chemeClr val="bg1"/>
                </a:solidFill>
              </a:rPr>
              <a:t>🛡️ Safety: tenant bootstrap bundle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pPr marL="114300" indent="0">
              <a:spcBef>
                <a:spcPts val="200"/>
              </a:spcBef>
              <a:buNone/>
            </a:pPr>
            <a:r>
              <a:rPr sz="1300" b="1" i="0">
                <a:solidFill>
                  <a:srgbClr val="34A853"/>
                </a:solidFill>
              </a:rPr>
              <a:t>One </a:t>
            </a:r>
            <a:r>
              <a:rPr sz="1300" b="1" i="0" err="1">
                <a:solidFill>
                  <a:srgbClr val="34A853"/>
                </a:solidFill>
              </a:rPr>
              <a:t>kustomize</a:t>
            </a:r>
            <a:r>
              <a:rPr sz="1300" b="1" i="0">
                <a:solidFill>
                  <a:srgbClr val="34A853"/>
                </a:solidFill>
              </a:rPr>
              <a:t> build per tenant — deployed via Argo CD:</a:t>
            </a:r>
          </a:p>
          <a:p>
            <a:pPr>
              <a:spcBef>
                <a:spcPts val="200"/>
              </a:spcBef>
            </a:pPr>
            <a:endParaRPr sz="1300" b="1" i="0">
              <a:solidFill>
                <a:srgbClr val="34A853"/>
              </a:solidFill>
            </a:endParaRPr>
          </a:p>
          <a:p>
            <a:pPr>
              <a:spcBef>
                <a:spcPts val="200"/>
              </a:spcBef>
            </a:pPr>
            <a:endParaRPr sz="1300" b="1" i="0">
              <a:solidFill>
                <a:srgbClr val="34A853"/>
              </a:solidFill>
            </a:endParaRPr>
          </a:p>
          <a:p>
            <a:pPr>
              <a:spcBef>
                <a:spcPts val="200"/>
              </a:spcBef>
            </a:pPr>
            <a:endParaRPr sz="1300" b="1" i="0">
              <a:solidFill>
                <a:srgbClr val="34A853"/>
              </a:solidFill>
            </a:endParaRPr>
          </a:p>
          <a:p>
            <a:pPr>
              <a:spcBef>
                <a:spcPts val="200"/>
              </a:spcBef>
            </a:pPr>
            <a:endParaRPr sz="1300" b="1" i="0">
              <a:solidFill>
                <a:srgbClr val="34A853"/>
              </a:solidFill>
            </a:endParaRPr>
          </a:p>
          <a:p>
            <a:pPr marL="114300" indent="0">
              <a:spcBef>
                <a:spcPts val="600"/>
              </a:spcBef>
              <a:buNone/>
            </a:pPr>
            <a:endParaRPr lang="en-US" sz="1300" b="1" i="0">
              <a:solidFill>
                <a:srgbClr val="333333"/>
              </a:solidFill>
            </a:endParaRPr>
          </a:p>
          <a:p>
            <a:pPr marL="114300" indent="0">
              <a:spcBef>
                <a:spcPts val="600"/>
              </a:spcBef>
              <a:buNone/>
            </a:pPr>
            <a:r>
              <a:rPr sz="1300" b="1" i="0" err="1">
                <a:solidFill>
                  <a:srgbClr val="333333"/>
                </a:solidFill>
              </a:rPr>
              <a:t>GitOps</a:t>
            </a:r>
            <a:r>
              <a:rPr sz="1300" b="1" i="0">
                <a:solidFill>
                  <a:srgbClr val="333333"/>
                </a:solidFill>
              </a:rPr>
              <a:t> guarantee: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333333"/>
                </a:solidFill>
              </a:rPr>
              <a:t>Tenant definitions in cluster-config/overlays/prod/patches/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333333"/>
                </a:solidFill>
              </a:rPr>
              <a:t>Auditable, reviewable, rollback-able</a:t>
            </a:r>
          </a:p>
          <a:p>
            <a:pPr marL="114300" indent="0">
              <a:spcBef>
                <a:spcPts val="600"/>
              </a:spcBef>
              <a:buNone/>
            </a:pPr>
            <a:r>
              <a:rPr sz="1300" i="1">
                <a:solidFill>
                  <a:srgbClr val="0D47A1"/>
                </a:solidFill>
              </a:rPr>
              <a:t>▎ No tickets. No manual steps. Git PR = tenant provisioned.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828800" cy="3657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Namespace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737360"/>
            <a:ext cx="1828800" cy="3657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RBAC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737360"/>
            <a:ext cx="1828800" cy="36576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NetworkPolicy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40280"/>
            <a:ext cx="1828800" cy="3657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Quotas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2240280"/>
            <a:ext cx="1828800" cy="3657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HAProxy VIP</a:t>
            </a:r>
          </a:p>
        </p:txBody>
      </p:sp>
      <p:pic>
        <p:nvPicPr>
          <p:cNvPr id="11" name="Image 2" descr="/mnt/data/assets/dell.png">
            <a:extLst>
              <a:ext uri="{FF2B5EF4-FFF2-40B4-BE49-F238E27FC236}">
                <a16:creationId xmlns:a16="http://schemas.microsoft.com/office/drawing/2014/main" id="{8C15D573-5DD5-5575-116F-0094EEF6E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007" y="4718463"/>
            <a:ext cx="650894" cy="3771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chemeClr val="bg1"/>
                </a:solidFill>
              </a:rPr>
              <a:t>🔧 SR-IOV: NVIDIA Network Op vs </a:t>
            </a:r>
            <a:r>
              <a:rPr lang="en-US" sz="2400">
                <a:solidFill>
                  <a:schemeClr val="bg1"/>
                </a:solidFill>
              </a:rPr>
              <a:t>N</a:t>
            </a:r>
            <a:r>
              <a:rPr sz="2400" b="1">
                <a:solidFill>
                  <a:schemeClr val="bg1"/>
                </a:solidFill>
              </a:rPr>
              <a:t>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pPr marL="114300" indent="0">
              <a:spcBef>
                <a:spcPts val="200"/>
              </a:spcBef>
              <a:buNone/>
            </a:pPr>
            <a:r>
              <a:rPr sz="1300" b="1" i="0">
                <a:solidFill>
                  <a:srgbClr val="333333"/>
                </a:solidFill>
              </a:rPr>
              <a:t>Bare metal GPU nodes </a:t>
            </a:r>
            <a:r>
              <a:rPr lang="en-US" sz="1300" b="1" i="0">
                <a:solidFill>
                  <a:srgbClr val="333333"/>
                </a:solidFill>
              </a:rPr>
              <a:t>might </a:t>
            </a:r>
            <a:r>
              <a:rPr sz="1300" b="1" i="0">
                <a:solidFill>
                  <a:srgbClr val="333333"/>
                </a:solidFill>
              </a:rPr>
              <a:t>have mixed NICs:</a:t>
            </a:r>
          </a:p>
          <a:p>
            <a:pPr>
              <a:spcBef>
                <a:spcPts val="200"/>
              </a:spcBef>
            </a:pPr>
            <a:endParaRPr lang="en-US" sz="600" b="0" i="0"/>
          </a:p>
          <a:p>
            <a:pPr>
              <a:spcBef>
                <a:spcPts val="200"/>
              </a:spcBef>
            </a:pPr>
            <a:endParaRPr lang="en-US" sz="600"/>
          </a:p>
          <a:p>
            <a:pPr>
              <a:spcBef>
                <a:spcPts val="200"/>
              </a:spcBef>
            </a:pPr>
            <a:endParaRPr lang="en-US" sz="600" b="0" i="0"/>
          </a:p>
          <a:p>
            <a:pPr>
              <a:spcBef>
                <a:spcPts val="200"/>
              </a:spcBef>
            </a:pPr>
            <a:endParaRPr lang="en-US" sz="600"/>
          </a:p>
          <a:p>
            <a:pPr>
              <a:spcBef>
                <a:spcPts val="200"/>
              </a:spcBef>
            </a:pPr>
            <a:endParaRPr lang="en-US" sz="600" b="0" i="0"/>
          </a:p>
          <a:p>
            <a:pPr>
              <a:spcBef>
                <a:spcPts val="200"/>
              </a:spcBef>
            </a:pPr>
            <a:endParaRPr lang="en-US" sz="600"/>
          </a:p>
          <a:p>
            <a:pPr>
              <a:spcBef>
                <a:spcPts val="200"/>
              </a:spcBef>
            </a:pPr>
            <a:endParaRPr lang="en-US" sz="600" b="0" i="0"/>
          </a:p>
          <a:p>
            <a:pPr>
              <a:spcBef>
                <a:spcPts val="200"/>
              </a:spcBef>
            </a:pPr>
            <a:endParaRPr lang="en-US" sz="600" b="0" i="0"/>
          </a:p>
          <a:p>
            <a:pPr>
              <a:spcBef>
                <a:spcPts val="200"/>
              </a:spcBef>
            </a:pPr>
            <a:endParaRPr lang="en-US" sz="600"/>
          </a:p>
          <a:p>
            <a:pPr>
              <a:spcBef>
                <a:spcPts val="200"/>
              </a:spcBef>
            </a:pPr>
            <a:endParaRPr lang="en-US" sz="600" b="0" i="0"/>
          </a:p>
          <a:p>
            <a:pPr>
              <a:spcBef>
                <a:spcPts val="200"/>
              </a:spcBef>
            </a:pPr>
            <a:endParaRPr lang="en-US" sz="600"/>
          </a:p>
          <a:p>
            <a:pPr marL="114300" indent="0">
              <a:spcBef>
                <a:spcPts val="200"/>
              </a:spcBef>
              <a:buNone/>
            </a:pPr>
            <a:endParaRPr sz="600" b="0" i="0"/>
          </a:p>
        </p:txBody>
      </p:sp>
      <p:sp>
        <p:nvSpPr>
          <p:cNvPr id="6" name="Rounded Rectangle 5"/>
          <p:cNvSpPr/>
          <p:nvPr/>
        </p:nvSpPr>
        <p:spPr>
          <a:xfrm>
            <a:off x="409135" y="1763374"/>
            <a:ext cx="3840480" cy="36576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NVIDIA </a:t>
            </a:r>
            <a:r>
              <a:rPr sz="1200" b="1" err="1">
                <a:solidFill>
                  <a:srgbClr val="FFFFFF"/>
                </a:solidFill>
              </a:rPr>
              <a:t>ConnectX</a:t>
            </a:r>
            <a:r>
              <a:rPr lang="en-US" sz="1200" b="1">
                <a:solidFill>
                  <a:srgbClr val="FFFFFF"/>
                </a:solidFill>
              </a:rPr>
              <a:t> 7</a:t>
            </a:r>
            <a:endParaRPr lang="en-US" sz="1200" b="1">
              <a:solidFill>
                <a:srgbClr val="FFFFFF"/>
              </a:solidFill>
              <a:cs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09135" y="2129134"/>
            <a:ext cx="3840480" cy="9144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3333"/>
                </a:solidFill>
              </a:rPr>
              <a:t>• NVIDIA Network Operator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3333"/>
                </a:solidFill>
              </a:rPr>
              <a:t>• Manages ConnectX SR-IOV + RDMA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3333"/>
                </a:solidFill>
              </a:rPr>
              <a:t>• GPUDirect capable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9135" y="3294290"/>
            <a:ext cx="3840480" cy="3657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Mellanox </a:t>
            </a:r>
            <a:r>
              <a:rPr lang="en-US" sz="1200" b="1" err="1">
                <a:solidFill>
                  <a:srgbClr val="FFFFFF"/>
                </a:solidFill>
              </a:rPr>
              <a:t>ConnectX</a:t>
            </a:r>
            <a:r>
              <a:rPr lang="en-US" sz="1200" b="1">
                <a:solidFill>
                  <a:srgbClr val="FFFFFF"/>
                </a:solidFill>
              </a:rPr>
              <a:t> 6</a:t>
            </a:r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09135" y="3660050"/>
            <a:ext cx="3840480" cy="9144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3333"/>
                </a:solidFill>
              </a:rPr>
              <a:t>• OpenShift SR-IOV Net Operator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3333"/>
                </a:solidFill>
              </a:rPr>
              <a:t>• Management traffic only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3333"/>
                </a:solidFill>
              </a:rPr>
              <a:t>• Configured separately</a:t>
            </a:r>
          </a:p>
        </p:txBody>
      </p:sp>
      <p:pic>
        <p:nvPicPr>
          <p:cNvPr id="10" name="Image 2" descr="/mnt/data/assets/dell.png">
            <a:extLst>
              <a:ext uri="{FF2B5EF4-FFF2-40B4-BE49-F238E27FC236}">
                <a16:creationId xmlns:a16="http://schemas.microsoft.com/office/drawing/2014/main" id="{95757756-D470-7D4F-ECEE-38574A278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007" y="4718463"/>
            <a:ext cx="650894" cy="377190"/>
          </a:xfrm>
          <a:prstGeom prst="rect">
            <a:avLst/>
          </a:prstGeom>
        </p:spPr>
      </p:pic>
      <p:sp>
        <p:nvSpPr>
          <p:cNvPr id="4" name="Shape 7">
            <a:extLst>
              <a:ext uri="{FF2B5EF4-FFF2-40B4-BE49-F238E27FC236}">
                <a16:creationId xmlns:a16="http://schemas.microsoft.com/office/drawing/2014/main" id="{13C468BE-9897-094B-A4E9-485367E19441}"/>
              </a:ext>
            </a:extLst>
          </p:cNvPr>
          <p:cNvSpPr/>
          <p:nvPr/>
        </p:nvSpPr>
        <p:spPr>
          <a:xfrm>
            <a:off x="4401963" y="1152475"/>
            <a:ext cx="4572513" cy="3768846"/>
          </a:xfrm>
          <a:prstGeom prst="roundRect">
            <a:avLst/>
          </a:prstGeom>
          <a:solidFill>
            <a:srgbClr val="0A0F1F"/>
          </a:solidFill>
          <a:ln w="12700">
            <a:solidFill>
              <a:srgbClr val="2633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6A02CF56-9132-4E9F-71B4-16143F437195}"/>
              </a:ext>
            </a:extLst>
          </p:cNvPr>
          <p:cNvSpPr/>
          <p:nvPr/>
        </p:nvSpPr>
        <p:spPr>
          <a:xfrm>
            <a:off x="4401963" y="1152475"/>
            <a:ext cx="4572513" cy="265062"/>
          </a:xfrm>
          <a:prstGeom prst="rect">
            <a:avLst/>
          </a:prstGeom>
          <a:solidFill>
            <a:srgbClr val="111A33"/>
          </a:solidFill>
          <a:ln w="12700">
            <a:solidFill>
              <a:srgbClr val="2633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A828649-D73C-BB7C-DB12-28BEB7F9A540}"/>
              </a:ext>
            </a:extLst>
          </p:cNvPr>
          <p:cNvSpPr/>
          <p:nvPr/>
        </p:nvSpPr>
        <p:spPr>
          <a:xfrm>
            <a:off x="4566555" y="1216483"/>
            <a:ext cx="4275918" cy="182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C0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SR-IOV network to a Pod via </a:t>
            </a:r>
            <a:r>
              <a:rPr lang="en-US" sz="900" err="1">
                <a:solidFill>
                  <a:srgbClr val="B8C0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Multus</a:t>
            </a:r>
            <a:endParaRPr lang="en-US" sz="9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7AB2903-CE39-3C63-913E-FB14E222DA3E}"/>
              </a:ext>
            </a:extLst>
          </p:cNvPr>
          <p:cNvSpPr/>
          <p:nvPr/>
        </p:nvSpPr>
        <p:spPr>
          <a:xfrm>
            <a:off x="4524858" y="1522112"/>
            <a:ext cx="4210007" cy="32138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err="1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v1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Pod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testpod1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annotations: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b="1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k8s.v1.cni.cncf.io/networks: </a:t>
            </a:r>
            <a:r>
              <a:rPr lang="en-US" sz="900" b="1" err="1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sriov</a:t>
            </a:r>
            <a:r>
              <a:rPr lang="en-US" sz="900" b="1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-network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containers: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appcntr1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registry.access.redhat.com/ubi9/python-311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err="1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imagePullPolicy</a:t>
            </a: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900" err="1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IfNotPresent</a:t>
            </a:r>
            <a:endParaRPr lang="en-US" sz="900">
              <a:solidFill>
                <a:srgbClr val="DCE4FF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err="1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securityContext</a:t>
            </a: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capabilities: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add: ["IPC_LOCK"]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command: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</a:t>
            </a:r>
            <a:r>
              <a:rPr lang="en-US" sz="900" err="1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</a:t>
            </a:r>
            <a:endParaRPr lang="en-US" sz="900">
              <a:solidFill>
                <a:srgbClr val="DCE4FF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-c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sleep inf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resources: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requests: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openshift.io/</a:t>
            </a:r>
            <a:r>
              <a:rPr lang="en-US" sz="900" err="1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sriovlegacy</a:t>
            </a: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'1'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limits: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openshift.io/</a:t>
            </a:r>
            <a:r>
              <a:rPr lang="en-US" sz="900" err="1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sriovlegacy</a:t>
            </a:r>
            <a:r>
              <a:rPr lang="en-US" sz="900">
                <a:solidFill>
                  <a:srgbClr val="DC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'1'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chemeClr val="bg1"/>
                </a:solidFill>
              </a:rPr>
              <a:t>⚙️ Open kernel modules + DMA-BUF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/>
          </a:p>
          <a:p>
            <a:pPr>
              <a:spcBef>
                <a:spcPts val="200"/>
              </a:spcBef>
            </a:pPr>
            <a:r>
              <a:rPr sz="600" b="0" i="0"/>
              <a:t> </a:t>
            </a:r>
          </a:p>
          <a:p>
            <a:pPr>
              <a:spcBef>
                <a:spcPts val="200"/>
              </a:spcBef>
            </a:pPr>
            <a:endParaRPr sz="600" b="0" i="0"/>
          </a:p>
          <a:p>
            <a:pPr>
              <a:spcBef>
                <a:spcPts val="200"/>
              </a:spcBef>
            </a:pPr>
            <a:endParaRPr sz="600" b="0" i="0"/>
          </a:p>
          <a:p>
            <a:pPr>
              <a:spcBef>
                <a:spcPts val="200"/>
              </a:spcBef>
            </a:pPr>
            <a:endParaRPr sz="600" b="0" i="0"/>
          </a:p>
          <a:p>
            <a:pPr>
              <a:spcBef>
                <a:spcPts val="200"/>
              </a:spcBef>
            </a:pPr>
            <a:endParaRPr sz="600" b="0" i="0"/>
          </a:p>
          <a:p>
            <a:pPr>
              <a:spcBef>
                <a:spcPts val="200"/>
              </a:spcBef>
            </a:pPr>
            <a:endParaRPr sz="600" b="0" i="0"/>
          </a:p>
          <a:p>
            <a:pPr>
              <a:spcBef>
                <a:spcPts val="200"/>
              </a:spcBef>
            </a:pPr>
            <a:endParaRPr sz="600" b="0" i="0"/>
          </a:p>
          <a:p>
            <a:pPr marL="114300" indent="0">
              <a:spcBef>
                <a:spcPts val="600"/>
              </a:spcBef>
              <a:buNone/>
            </a:pPr>
            <a:r>
              <a:rPr sz="1300" i="1">
                <a:solidFill>
                  <a:srgbClr val="0D47A1"/>
                </a:solidFill>
              </a:rPr>
              <a:t>▎ Both changes reduced our upgrade failure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3840480" cy="365760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❌  BEFORE (Legacy)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3840480" cy="100584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3333"/>
                </a:solidFill>
              </a:rPr>
              <a:t>• Proprietary .ko kernel modules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3333"/>
                </a:solidFill>
              </a:rPr>
              <a:t>• </a:t>
            </a:r>
            <a:r>
              <a:rPr sz="1100" b="0" i="0" err="1">
                <a:solidFill>
                  <a:srgbClr val="333333"/>
                </a:solidFill>
              </a:rPr>
              <a:t>nvidia-peermem</a:t>
            </a:r>
            <a:r>
              <a:rPr sz="1100" b="0" i="0">
                <a:solidFill>
                  <a:srgbClr val="333333"/>
                </a:solidFill>
              </a:rPr>
              <a:t> for GPUDirect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EA4335"/>
                </a:solidFill>
              </a:rPr>
              <a:t>• Tight coupling → upgrade fragility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840480" cy="36576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✅  AFTER (Current)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37360"/>
            <a:ext cx="3840480" cy="10058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3333"/>
                </a:solidFill>
              </a:rPr>
              <a:t>• Open kernel modules (in-tree)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33333"/>
                </a:solidFill>
              </a:rPr>
              <a:t>• DMA-BUF (upstream, kernel ≥ 6.x)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34A853"/>
                </a:solidFill>
              </a:rPr>
              <a:t>• Decoupled → safer upgrades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14800" y="2011680"/>
            <a:ext cx="32004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mage 2" descr="/mnt/data/assets/dell.png">
            <a:extLst>
              <a:ext uri="{FF2B5EF4-FFF2-40B4-BE49-F238E27FC236}">
                <a16:creationId xmlns:a16="http://schemas.microsoft.com/office/drawing/2014/main" id="{2ED6DED2-4250-54BA-2957-CCB60A941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007" y="4718463"/>
            <a:ext cx="650894" cy="377190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chemeClr val="bg1"/>
                </a:solidFill>
              </a:rPr>
              <a:t>⚖️ Fairness: make </a:t>
            </a:r>
            <a:r>
              <a:rPr lang="en-US" sz="2400" b="1">
                <a:solidFill>
                  <a:schemeClr val="bg1"/>
                </a:solidFill>
              </a:rPr>
              <a:t>C</a:t>
            </a:r>
            <a:r>
              <a:rPr sz="2400" b="1">
                <a:solidFill>
                  <a:schemeClr val="bg1"/>
                </a:solidFill>
              </a:rPr>
              <a:t>ontention </a:t>
            </a:r>
            <a:r>
              <a:rPr lang="en-US" sz="2400" b="1">
                <a:solidFill>
                  <a:schemeClr val="bg1"/>
                </a:solidFill>
              </a:rPr>
              <a:t>D</a:t>
            </a:r>
            <a:r>
              <a:rPr sz="2400" b="1">
                <a:solidFill>
                  <a:schemeClr val="bg1"/>
                </a:solidFill>
              </a:rPr>
              <a:t>eterministic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pPr marL="114300" indent="0">
              <a:spcBef>
                <a:spcPts val="200"/>
              </a:spcBef>
              <a:buNone/>
            </a:pPr>
            <a:r>
              <a:rPr sz="1300" b="1" i="0">
                <a:solidFill>
                  <a:srgbClr val="EA4335"/>
                </a:solidFill>
              </a:rPr>
              <a:t>Without explicit rules, the loudest team wins.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Per-tenant GPU caps (hard quotas, not just requests)</a:t>
            </a:r>
          </a:p>
          <a:p>
            <a:pPr>
              <a:spcBef>
                <a:spcPts val="300"/>
              </a:spcBef>
            </a:pPr>
            <a:r>
              <a:rPr sz="1300" b="1" err="1">
                <a:solidFill>
                  <a:srgbClr val="1A73E8"/>
                </a:solidFill>
              </a:rPr>
              <a:t>PriorityClasses</a:t>
            </a:r>
            <a:r>
              <a:rPr sz="1300" b="1">
                <a:solidFill>
                  <a:srgbClr val="1A73E8"/>
                </a:solidFill>
              </a:rPr>
              <a:t>:</a:t>
            </a:r>
            <a:r>
              <a:rPr sz="1300" b="0"/>
              <a:t> training &gt; batch, serving &gt; interactive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Explicit preemption posture: who can evict whom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Scheduling constraints: labels, affinity, taints, tolerations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1A73E8"/>
                </a:solidFill>
              </a:rPr>
              <a:t>KAI Scheduler</a:t>
            </a:r>
            <a:r>
              <a:rPr sz="1300" b="0"/>
              <a:t> for GPU-aware scheduling + visibility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383280"/>
            <a:ext cx="6858000" cy="301752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P0 —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30752"/>
            <a:ext cx="5486400" cy="301752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P1 — Serving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78224"/>
            <a:ext cx="4114800" cy="301752"/>
          </a:xfrm>
          <a:prstGeom prst="round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P2 — Batch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25696"/>
            <a:ext cx="2743200" cy="301752"/>
          </a:xfrm>
          <a:prstGeom prst="round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P3 — Interactive</a:t>
            </a:r>
          </a:p>
        </p:txBody>
      </p:sp>
      <p:pic>
        <p:nvPicPr>
          <p:cNvPr id="10" name="Image 2" descr="/mnt/data/assets/dell.png">
            <a:extLst>
              <a:ext uri="{FF2B5EF4-FFF2-40B4-BE49-F238E27FC236}">
                <a16:creationId xmlns:a16="http://schemas.microsoft.com/office/drawing/2014/main" id="{E025192A-FC9D-3062-72BD-BAB3E2C80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007" y="4718463"/>
            <a:ext cx="650894" cy="377190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chemeClr val="bg1"/>
                </a:solidFill>
              </a:rPr>
              <a:t>⚡ Efficiency: outcomes per GPU-hour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pPr marL="114300" indent="0">
              <a:spcBef>
                <a:spcPts val="200"/>
              </a:spcBef>
              <a:buNone/>
            </a:pPr>
            <a:r>
              <a:rPr lang="en-US" sz="1300" b="1" i="0">
                <a:solidFill>
                  <a:srgbClr val="333333"/>
                </a:solidFill>
              </a:rPr>
              <a:t>Time Slicing vs </a:t>
            </a:r>
            <a:r>
              <a:rPr sz="1300" b="1" i="0">
                <a:solidFill>
                  <a:srgbClr val="333333"/>
                </a:solidFill>
              </a:rPr>
              <a:t>MIG vs full GPU decision matrix:</a:t>
            </a:r>
            <a:endParaRPr lang="en-US" sz="1300" b="1" i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</a:pPr>
            <a:endParaRPr lang="en-US" sz="1300" b="1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</a:pPr>
            <a:endParaRPr lang="en-US" sz="1300" b="1" i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</a:pPr>
            <a:endParaRPr sz="1300" b="1" i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</a:pPr>
            <a:endParaRPr sz="1300" b="1" i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</a:pPr>
            <a:endParaRPr sz="1300" b="1" i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</a:pPr>
            <a:endParaRPr sz="1300" b="1" i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</a:pPr>
            <a:endParaRPr sz="1300" b="1" i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</a:pPr>
            <a:endParaRPr sz="1300" b="1" i="0">
              <a:solidFill>
                <a:srgbClr val="333333"/>
              </a:solidFill>
            </a:endParaRPr>
          </a:p>
          <a:p>
            <a:pPr marL="114300" indent="0">
              <a:spcBef>
                <a:spcPts val="400"/>
              </a:spcBef>
              <a:buNone/>
            </a:pPr>
            <a:r>
              <a:rPr sz="1300" b="1" i="0">
                <a:solidFill>
                  <a:srgbClr val="333333"/>
                </a:solidFill>
              </a:rPr>
              <a:t>IO tuning on bare metal:</a:t>
            </a:r>
            <a:r>
              <a:rPr lang="en-US" sz="1300" b="1" i="0">
                <a:solidFill>
                  <a:srgbClr val="333333"/>
                </a:solidFill>
              </a:rPr>
              <a:t> </a:t>
            </a:r>
            <a:r>
              <a:rPr sz="1200" b="1">
                <a:solidFill>
                  <a:srgbClr val="F57C00"/>
                </a:solidFill>
              </a:rPr>
              <a:t>GPUDirect RDMA via DMA-BUF</a:t>
            </a:r>
            <a:r>
              <a:rPr sz="1200" b="0"/>
              <a:t> </a:t>
            </a:r>
            <a:r>
              <a:rPr lang="en-US" sz="1200" b="0"/>
              <a:t>over InfiniBand / RoCE and GPUDirect Storage (GDS)</a:t>
            </a:r>
          </a:p>
          <a:p>
            <a:pPr marL="114300" indent="0">
              <a:spcBef>
                <a:spcPts val="400"/>
              </a:spcBef>
              <a:buNone/>
            </a:pPr>
            <a:r>
              <a:rPr lang="en-US" b="1"/>
              <a:t>Future plans:</a:t>
            </a:r>
            <a:endParaRPr sz="1200" b="1"/>
          </a:p>
          <a:p>
            <a:pPr>
              <a:spcBef>
                <a:spcPts val="300"/>
              </a:spcBef>
            </a:pPr>
            <a:r>
              <a:rPr sz="1200" b="0" i="0" err="1">
                <a:solidFill>
                  <a:srgbClr val="333333"/>
                </a:solidFill>
              </a:rPr>
              <a:t>NVLink</a:t>
            </a:r>
            <a:r>
              <a:rPr sz="1200" b="0" i="0">
                <a:solidFill>
                  <a:srgbClr val="333333"/>
                </a:solidFill>
              </a:rPr>
              <a:t>-aware placement for multi-GPU training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333333"/>
                </a:solidFill>
              </a:rPr>
              <a:t>Scale on queue depth + GPU saturation, not raw util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6196" y="1891100"/>
            <a:ext cx="3200400" cy="41148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🟢 Interactive / Notebooks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8036" y="1891100"/>
            <a:ext cx="4754880" cy="41148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0">
                <a:solidFill>
                  <a:srgbClr val="333333"/>
                </a:solidFill>
              </a:rPr>
              <a:t>Time slicing vs </a:t>
            </a:r>
            <a:r>
              <a:rPr sz="1100" b="0">
                <a:solidFill>
                  <a:srgbClr val="333333"/>
                </a:solidFill>
              </a:rPr>
              <a:t>MIG slices — fast starts, fair sharing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6196" y="2394020"/>
            <a:ext cx="3200400" cy="411480"/>
          </a:xfrm>
          <a:prstGeom prst="round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🟡 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8036" y="2394020"/>
            <a:ext cx="4754880" cy="41148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100">
                <a:solidFill>
                  <a:srgbClr val="333333"/>
                </a:solidFill>
              </a:rPr>
              <a:t>Time slicing vs </a:t>
            </a:r>
            <a:r>
              <a:rPr sz="1100" b="0">
                <a:solidFill>
                  <a:srgbClr val="333333"/>
                </a:solidFill>
              </a:rPr>
              <a:t>Full GPU — avoid memory fragmentation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6196" y="2896940"/>
            <a:ext cx="320040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🔵 Inference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8036" y="2896940"/>
            <a:ext cx="4754880" cy="41148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100">
                <a:solidFill>
                  <a:srgbClr val="333333"/>
                </a:solidFill>
              </a:rPr>
              <a:t>Time slicing vs </a:t>
            </a:r>
            <a:r>
              <a:rPr sz="1100" b="0">
                <a:solidFill>
                  <a:srgbClr val="333333"/>
                </a:solidFill>
              </a:rPr>
              <a:t>MIG for predictability, full GPU for peak</a:t>
            </a:r>
          </a:p>
        </p:txBody>
      </p:sp>
      <p:pic>
        <p:nvPicPr>
          <p:cNvPr id="12" name="Image 2" descr="/mnt/data/assets/dell.png">
            <a:extLst>
              <a:ext uri="{FF2B5EF4-FFF2-40B4-BE49-F238E27FC236}">
                <a16:creationId xmlns:a16="http://schemas.microsoft.com/office/drawing/2014/main" id="{35639BAE-FA62-B1C0-BDBF-5724474E4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007" y="4718463"/>
            <a:ext cx="650894" cy="377190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chemeClr val="bg1"/>
                </a:solidFill>
              </a:rPr>
              <a:t>🔄 The upgrade plan IS the platform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200"/>
              </a:spcBef>
            </a:pPr>
            <a:r>
              <a:rPr sz="1300" b="1" i="0">
                <a:solidFill>
                  <a:srgbClr val="333333"/>
                </a:solidFill>
              </a:rPr>
              <a:t>Known-good matrix (all managed in Git):</a:t>
            </a:r>
          </a:p>
          <a:p>
            <a:pPr>
              <a:spcBef>
                <a:spcPts val="200"/>
              </a:spcBef>
            </a:pPr>
            <a:endParaRPr sz="1300" b="1" i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</a:pPr>
            <a:endParaRPr sz="1300" b="1" i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</a:pPr>
            <a:endParaRPr sz="1300" b="1" i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333333"/>
                </a:solidFill>
              </a:rPr>
              <a:t>Upgrade flow:</a:t>
            </a:r>
          </a:p>
          <a:p>
            <a:pPr>
              <a:spcBef>
                <a:spcPts val="200"/>
              </a:spcBef>
            </a:pPr>
            <a:endParaRPr sz="1300" b="1" i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</a:pPr>
            <a:endParaRPr lang="en-US" sz="1300" b="1" i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</a:pPr>
            <a:endParaRPr sz="1300" b="1" i="0">
              <a:solidFill>
                <a:srgbClr val="333333"/>
              </a:solidFill>
            </a:endParaRPr>
          </a:p>
          <a:p>
            <a:pPr marL="114300" indent="0">
              <a:spcBef>
                <a:spcPts val="600"/>
              </a:spcBef>
              <a:buNone/>
            </a:pPr>
            <a:r>
              <a:rPr sz="1300" b="1" i="0">
                <a:solidFill>
                  <a:srgbClr val="333333"/>
                </a:solidFill>
              </a:rPr>
              <a:t>Validation gate:</a:t>
            </a:r>
          </a:p>
          <a:p>
            <a:pPr marL="114300" indent="0">
              <a:spcBef>
                <a:spcPts val="300"/>
              </a:spcBef>
              <a:buNone/>
            </a:pPr>
            <a:r>
              <a:rPr sz="1200" b="0" i="0">
                <a:solidFill>
                  <a:srgbClr val="333333"/>
                </a:solidFill>
              </a:rPr>
              <a:t>✅ Smoke training · ✅ Smoke inference · ✅ RDMA health · ✅ GPU errors</a:t>
            </a:r>
          </a:p>
          <a:p>
            <a:pPr marL="114300" indent="0">
              <a:spcBef>
                <a:spcPts val="600"/>
              </a:spcBef>
              <a:buNone/>
            </a:pPr>
            <a:r>
              <a:rPr sz="1300" i="1">
                <a:solidFill>
                  <a:srgbClr val="0D47A1"/>
                </a:solidFill>
              </a:rPr>
              <a:t>▎ Rollback: Git revert → Argo CD auto-syncs previous known-good.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6389" y="1850906"/>
            <a:ext cx="1234440" cy="36576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GPU 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67989" y="1850906"/>
            <a:ext cx="1234440" cy="3657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Net 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39589" y="1850906"/>
            <a:ext cx="1234440" cy="3657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Driver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1189" y="1850906"/>
            <a:ext cx="1234440" cy="3657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CUDA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2789" y="1850906"/>
            <a:ext cx="1234440" cy="3657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Firmware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54389" y="1850906"/>
            <a:ext cx="1234440" cy="365760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SR-IOV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389" y="2765306"/>
            <a:ext cx="1737360" cy="365760"/>
          </a:xfrm>
          <a:prstGeom prst="round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Canary Pool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79469" y="2838458"/>
            <a:ext cx="274320" cy="201168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599508" y="2765306"/>
            <a:ext cx="1737360" cy="3657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Bake 48h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382588" y="2838458"/>
            <a:ext cx="274320" cy="201168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702629" y="2765306"/>
            <a:ext cx="1737360" cy="3657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Validate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485709" y="2838458"/>
            <a:ext cx="274320" cy="201168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05749" y="2765306"/>
            <a:ext cx="1737360" cy="36576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Promote</a:t>
            </a:r>
          </a:p>
        </p:txBody>
      </p:sp>
      <p:pic>
        <p:nvPicPr>
          <p:cNvPr id="19" name="Image 2" descr="/mnt/data/assets/dell.png">
            <a:extLst>
              <a:ext uri="{FF2B5EF4-FFF2-40B4-BE49-F238E27FC236}">
                <a16:creationId xmlns:a16="http://schemas.microsoft.com/office/drawing/2014/main" id="{CBB147B2-C4C7-F6C9-8857-23A4397AA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007" y="4718463"/>
            <a:ext cx="650894" cy="3771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chemeClr val="bg1"/>
                </a:solidFill>
              </a:rPr>
              <a:t>📊 Make the invisible visible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200"/>
              </a:spcBef>
            </a:pPr>
            <a:r>
              <a:rPr sz="1300" b="1" i="0">
                <a:solidFill>
                  <a:srgbClr val="7B1FA2"/>
                </a:solidFill>
              </a:rPr>
              <a:t>Per-tenant monitoring:</a:t>
            </a:r>
            <a:endParaRPr lang="en-US" sz="1300" b="1" i="0">
              <a:solidFill>
                <a:srgbClr val="7B1FA2"/>
              </a:solidFill>
            </a:endParaRPr>
          </a:p>
          <a:p>
            <a:pPr marL="114300" indent="0">
              <a:spcBef>
                <a:spcPts val="200"/>
              </a:spcBef>
              <a:buNone/>
            </a:pPr>
            <a:endParaRPr sz="1300" b="1" i="0">
              <a:solidFill>
                <a:srgbClr val="7B1FA2"/>
              </a:solidFill>
            </a:endParaRPr>
          </a:p>
          <a:p>
            <a:pPr>
              <a:spcBef>
                <a:spcPts val="200"/>
              </a:spcBef>
            </a:pPr>
            <a:endParaRPr sz="1300" b="1" i="0">
              <a:solidFill>
                <a:srgbClr val="7B1FA2"/>
              </a:solidFill>
            </a:endParaRPr>
          </a:p>
          <a:p>
            <a:pPr>
              <a:spcBef>
                <a:spcPts val="200"/>
              </a:spcBef>
            </a:pPr>
            <a:endParaRPr sz="1300" b="1" i="0">
              <a:solidFill>
                <a:srgbClr val="7B1FA2"/>
              </a:solidFill>
            </a:endParaRPr>
          </a:p>
          <a:p>
            <a:pPr>
              <a:spcBef>
                <a:spcPts val="200"/>
              </a:spcBef>
            </a:pPr>
            <a:endParaRPr sz="1300" b="1" i="0">
              <a:solidFill>
                <a:srgbClr val="7B1FA2"/>
              </a:solidFill>
            </a:endParaRPr>
          </a:p>
          <a:p>
            <a:pPr>
              <a:spcBef>
                <a:spcPts val="200"/>
              </a:spcBef>
            </a:pPr>
            <a:endParaRPr lang="en-US" sz="1300" b="1" i="0">
              <a:solidFill>
                <a:srgbClr val="7B1FA2"/>
              </a:solidFill>
            </a:endParaRPr>
          </a:p>
          <a:p>
            <a:pPr>
              <a:spcBef>
                <a:spcPts val="200"/>
              </a:spcBef>
            </a:pPr>
            <a:endParaRPr sz="1300" b="1" i="0">
              <a:solidFill>
                <a:srgbClr val="7B1FA2"/>
              </a:solidFill>
            </a:endParaRPr>
          </a:p>
          <a:p>
            <a:pPr marL="114300" indent="0">
              <a:spcBef>
                <a:spcPts val="400"/>
              </a:spcBef>
              <a:buNone/>
            </a:pPr>
            <a:r>
              <a:rPr sz="1300" b="1" i="0">
                <a:solidFill>
                  <a:srgbClr val="7B1FA2"/>
                </a:solidFill>
              </a:rPr>
              <a:t>Chargeback: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333333"/>
                </a:solidFill>
              </a:rPr>
              <a:t>KAI Scheduler reports + cluster metrics → per-tenant GPU-hours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333333"/>
                </a:solidFill>
              </a:rPr>
              <a:t>Tenant admins get self-service dashboards</a:t>
            </a:r>
          </a:p>
          <a:p>
            <a:pPr marL="114300" indent="0">
              <a:spcBef>
                <a:spcPts val="600"/>
              </a:spcBef>
              <a:buNone/>
            </a:pPr>
            <a:r>
              <a:rPr sz="1300" i="1">
                <a:solidFill>
                  <a:srgbClr val="0D47A1"/>
                </a:solidFill>
              </a:rPr>
              <a:t>▎ When teams can see their usage, behavior changes overnight.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6148" y="1986559"/>
            <a:ext cx="1874519" cy="3657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⏱️ Queue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148" y="2352319"/>
            <a:ext cx="1874519" cy="41148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</a:rPr>
              <a:t>by priority class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3548" y="1986559"/>
            <a:ext cx="1874519" cy="36576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🖥️ GPU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3548" y="2352319"/>
            <a:ext cx="1874519" cy="41148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</a:rPr>
              <a:t>util, memory, thermal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60948" y="1986559"/>
            <a:ext cx="1874519" cy="3657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📈 Latency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60948" y="2352319"/>
            <a:ext cx="1874519" cy="41148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</a:rPr>
              <a:t>p50/p95 via HAProxy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18348" y="1986559"/>
            <a:ext cx="1874519" cy="3657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🌐 Network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18348" y="2352319"/>
            <a:ext cx="1874519" cy="41148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</a:rPr>
              <a:t>RDMA + SR-IOV VF</a:t>
            </a:r>
          </a:p>
        </p:txBody>
      </p:sp>
      <p:pic>
        <p:nvPicPr>
          <p:cNvPr id="14" name="Image 2" descr="/mnt/data/assets/dell.png">
            <a:extLst>
              <a:ext uri="{FF2B5EF4-FFF2-40B4-BE49-F238E27FC236}">
                <a16:creationId xmlns:a16="http://schemas.microsoft.com/office/drawing/2014/main" id="{C9B608B0-8B09-1825-0860-859DAC5DF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007" y="4718463"/>
            <a:ext cx="650894" cy="3771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9CF6B-DC0E-6937-C66C-C51F7732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  <a:endParaRPr lang="en-NL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8AB48155-7858-6EC7-4BF2-2170791C08E8}"/>
              </a:ext>
            </a:extLst>
          </p:cNvPr>
          <p:cNvSpPr/>
          <p:nvPr/>
        </p:nvSpPr>
        <p:spPr>
          <a:xfrm>
            <a:off x="514350" y="1817370"/>
            <a:ext cx="82296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4050">
              <a:solidFill>
                <a:schemeClr val="tx1"/>
              </a:solidFill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71D7A33-5FB9-4B2F-C6BE-E11D94C4B18C}"/>
              </a:ext>
            </a:extLst>
          </p:cNvPr>
          <p:cNvSpPr/>
          <p:nvPr/>
        </p:nvSpPr>
        <p:spPr>
          <a:xfrm>
            <a:off x="822960" y="2571750"/>
            <a:ext cx="7543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>
                <a:solidFill>
                  <a:schemeClr val="tx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Safety‑First Multi‑Tenant Platform Engineering</a:t>
            </a:r>
            <a:endParaRPr lang="en-US" sz="1350">
              <a:solidFill>
                <a:schemeClr val="tx1"/>
              </a:solidFill>
            </a:endParaRPr>
          </a:p>
        </p:txBody>
      </p:sp>
      <p:pic>
        <p:nvPicPr>
          <p:cNvPr id="6" name="Image 0" descr="/mnt/data/assets/nvidia.png">
            <a:extLst>
              <a:ext uri="{FF2B5EF4-FFF2-40B4-BE49-F238E27FC236}">
                <a16:creationId xmlns:a16="http://schemas.microsoft.com/office/drawing/2014/main" id="{BD232581-A2A9-0F9A-19C0-812B2590C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995" y="3433784"/>
            <a:ext cx="670560" cy="377190"/>
          </a:xfrm>
          <a:prstGeom prst="rect">
            <a:avLst/>
          </a:prstGeom>
        </p:spPr>
      </p:pic>
      <p:pic>
        <p:nvPicPr>
          <p:cNvPr id="7" name="Image 1" descr="/mnt/data/assets/openshift.png">
            <a:extLst>
              <a:ext uri="{FF2B5EF4-FFF2-40B4-BE49-F238E27FC236}">
                <a16:creationId xmlns:a16="http://schemas.microsoft.com/office/drawing/2014/main" id="{7B927DA0-D8C9-E81B-C275-6C0528351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618" y="3365204"/>
            <a:ext cx="449495" cy="480060"/>
          </a:xfrm>
          <a:prstGeom prst="rect">
            <a:avLst/>
          </a:prstGeom>
        </p:spPr>
      </p:pic>
      <p:pic>
        <p:nvPicPr>
          <p:cNvPr id="8" name="Image 2" descr="/mnt/data/assets/dell.png">
            <a:extLst>
              <a:ext uri="{FF2B5EF4-FFF2-40B4-BE49-F238E27FC236}">
                <a16:creationId xmlns:a16="http://schemas.microsoft.com/office/drawing/2014/main" id="{95CDBED7-89C2-6C92-753B-2FAF089F0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007" y="4718463"/>
            <a:ext cx="650894" cy="37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533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chemeClr val="bg1"/>
                </a:solidFill>
              </a:rPr>
              <a:t>🔧 Seven </a:t>
            </a:r>
            <a:r>
              <a:rPr lang="en-US" sz="2400" b="1">
                <a:solidFill>
                  <a:schemeClr val="bg1"/>
                </a:solidFill>
              </a:rPr>
              <a:t>G</a:t>
            </a:r>
            <a:r>
              <a:rPr sz="2400" b="1">
                <a:solidFill>
                  <a:schemeClr val="bg1"/>
                </a:solidFill>
              </a:rPr>
              <a:t>uardrails </a:t>
            </a:r>
            <a:r>
              <a:rPr lang="en-US" sz="2400" b="1">
                <a:solidFill>
                  <a:schemeClr val="bg1"/>
                </a:solidFill>
              </a:rPr>
              <a:t>Y</a:t>
            </a:r>
            <a:r>
              <a:rPr sz="2400" b="1">
                <a:solidFill>
                  <a:schemeClr val="bg1"/>
                </a:solidFill>
              </a:rPr>
              <a:t>ou </a:t>
            </a:r>
            <a:r>
              <a:rPr lang="en-US" sz="2400" b="1">
                <a:solidFill>
                  <a:schemeClr val="bg1"/>
                </a:solidFill>
              </a:rPr>
              <a:t>C</a:t>
            </a:r>
            <a:r>
              <a:rPr sz="2400" b="1">
                <a:solidFill>
                  <a:schemeClr val="bg1"/>
                </a:solidFill>
              </a:rPr>
              <a:t>an </a:t>
            </a:r>
            <a:r>
              <a:rPr lang="en-US" sz="2400" b="1">
                <a:solidFill>
                  <a:schemeClr val="bg1"/>
                </a:solidFill>
              </a:rPr>
              <a:t>A</a:t>
            </a:r>
            <a:r>
              <a:rPr sz="2400" b="1">
                <a:solidFill>
                  <a:schemeClr val="bg1"/>
                </a:solidFill>
              </a:rPr>
              <a:t>pply </a:t>
            </a:r>
            <a:r>
              <a:rPr lang="en-US" sz="2400" b="1">
                <a:solidFill>
                  <a:schemeClr val="bg1"/>
                </a:solidFill>
              </a:rPr>
              <a:t>T</a:t>
            </a:r>
            <a:r>
              <a:rPr sz="2400" b="1">
                <a:solidFill>
                  <a:schemeClr val="bg1"/>
                </a:solidFill>
              </a:rPr>
              <a:t>oday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114300" indent="0">
              <a:spcBef>
                <a:spcPts val="600"/>
              </a:spcBef>
              <a:buNone/>
            </a:pPr>
            <a:endParaRPr lang="en-US" sz="600"/>
          </a:p>
          <a:p>
            <a:pPr marL="114300" indent="0">
              <a:spcBef>
                <a:spcPts val="600"/>
              </a:spcBef>
              <a:buNone/>
            </a:pPr>
            <a:r>
              <a:rPr sz="1300" i="1">
                <a:solidFill>
                  <a:srgbClr val="0D47A1"/>
                </a:solidFill>
              </a:rPr>
              <a:t>▎ Start with #1 and #2 — they fix 60% of multi-tenant GPU pain.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365760" cy="384048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828800" cy="384048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GitOps-first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234440"/>
            <a:ext cx="4389120" cy="384048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</a:rPr>
              <a:t>Argo CD + Kustomize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709928"/>
            <a:ext cx="365760" cy="384048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09928"/>
            <a:ext cx="1828800" cy="384048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Tenant template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709928"/>
            <a:ext cx="4389120" cy="384048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</a:rPr>
              <a:t>NS + RBAC + </a:t>
            </a:r>
            <a:r>
              <a:rPr lang="en-US" sz="1100" err="1">
                <a:solidFill>
                  <a:srgbClr val="333333"/>
                </a:solidFill>
              </a:rPr>
              <a:t>NetPool</a:t>
            </a:r>
            <a:r>
              <a:rPr sz="1100" b="0">
                <a:solidFill>
                  <a:srgbClr val="333333"/>
                </a:solidFill>
              </a:rPr>
              <a:t> + VIP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185416"/>
            <a:ext cx="365760" cy="38404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185416"/>
            <a:ext cx="1828800" cy="38404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Quotas &amp; limits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2185416"/>
            <a:ext cx="4389120" cy="384048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</a:rPr>
              <a:t>GPU, CPU, memory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660904"/>
            <a:ext cx="365760" cy="384048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660904"/>
            <a:ext cx="1828800" cy="384048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SR-IOV per vendor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2660904"/>
            <a:ext cx="4389120" cy="384048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</a:rPr>
              <a:t>NVIDIA vs Intel NICs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136392"/>
            <a:ext cx="365760" cy="384048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136392"/>
            <a:ext cx="1828800" cy="384048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Open modules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97480" y="3136392"/>
            <a:ext cx="4389120" cy="384048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</a:rPr>
              <a:t>DMA-BUF GPU stack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611880"/>
            <a:ext cx="365760" cy="384048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611880"/>
            <a:ext cx="1828800" cy="384048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Observability SLOs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3611880"/>
            <a:ext cx="4389120" cy="384048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</a:rPr>
              <a:t>queue, latency, saturation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087368"/>
            <a:ext cx="365760" cy="384048"/>
          </a:xfrm>
          <a:prstGeom prst="round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087368"/>
            <a:ext cx="1828800" cy="384048"/>
          </a:xfrm>
          <a:prstGeom prst="round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Upgrade playbook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97480" y="4087368"/>
            <a:ext cx="4389120" cy="384048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</a:rPr>
              <a:t>matrix, canary, rollback</a:t>
            </a:r>
          </a:p>
        </p:txBody>
      </p:sp>
      <p:pic>
        <p:nvPicPr>
          <p:cNvPr id="27" name="Image 2" descr="/mnt/data/assets/dell.png">
            <a:extLst>
              <a:ext uri="{FF2B5EF4-FFF2-40B4-BE49-F238E27FC236}">
                <a16:creationId xmlns:a16="http://schemas.microsoft.com/office/drawing/2014/main" id="{4D78EB8D-A43B-22FD-C370-EC6B89F49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007" y="4718463"/>
            <a:ext cx="650894" cy="3771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chemeClr val="bg1"/>
                </a:solidFill>
              </a:rPr>
              <a:t>Multi-tenant GPUs on bare metal work when...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pPr>
              <a:spcBef>
                <a:spcPts val="200"/>
              </a:spcBef>
            </a:pPr>
            <a:endParaRPr lang="en-US" sz="600" b="0" i="0"/>
          </a:p>
          <a:p>
            <a:pPr>
              <a:spcBef>
                <a:spcPts val="200"/>
              </a:spcBef>
            </a:pPr>
            <a:endParaRPr lang="en-US" sz="600"/>
          </a:p>
          <a:p>
            <a:pPr>
              <a:spcBef>
                <a:spcPts val="200"/>
              </a:spcBef>
            </a:pPr>
            <a:endParaRPr lang="en-US" sz="600" b="0" i="0"/>
          </a:p>
          <a:p>
            <a:pPr>
              <a:spcBef>
                <a:spcPts val="200"/>
              </a:spcBef>
            </a:pPr>
            <a:endParaRPr lang="en-US" sz="600"/>
          </a:p>
          <a:p>
            <a:pPr>
              <a:spcBef>
                <a:spcPts val="200"/>
              </a:spcBef>
            </a:pPr>
            <a:endParaRPr lang="en-US" sz="600" b="0" i="0"/>
          </a:p>
          <a:p>
            <a:pPr>
              <a:spcBef>
                <a:spcPts val="200"/>
              </a:spcBef>
            </a:pPr>
            <a:endParaRPr lang="en-US" sz="600"/>
          </a:p>
          <a:p>
            <a:pPr>
              <a:spcBef>
                <a:spcPts val="200"/>
              </a:spcBef>
            </a:pPr>
            <a:endParaRPr lang="en-US" sz="600" b="0" i="0"/>
          </a:p>
          <a:p>
            <a:pPr>
              <a:spcBef>
                <a:spcPts val="200"/>
              </a:spcBef>
            </a:pPr>
            <a:endParaRPr lang="en-US" sz="600"/>
          </a:p>
          <a:p>
            <a:pPr>
              <a:spcBef>
                <a:spcPts val="200"/>
              </a:spcBef>
            </a:pPr>
            <a:endParaRPr lang="en-US" sz="600"/>
          </a:p>
          <a:p>
            <a:pPr>
              <a:spcBef>
                <a:spcPts val="200"/>
              </a:spcBef>
            </a:pPr>
            <a:endParaRPr lang="en-US" sz="600"/>
          </a:p>
          <a:p>
            <a:pPr>
              <a:spcBef>
                <a:spcPts val="200"/>
              </a:spcBef>
            </a:pPr>
            <a:endParaRPr lang="en-US" sz="600"/>
          </a:p>
          <a:p>
            <a:pPr>
              <a:spcBef>
                <a:spcPts val="200"/>
              </a:spcBef>
            </a:pPr>
            <a:endParaRPr sz="600" b="0" i="0"/>
          </a:p>
          <a:p>
            <a:pPr>
              <a:spcBef>
                <a:spcPts val="200"/>
              </a:spcBef>
            </a:pPr>
            <a:endParaRPr sz="600" b="0" i="0"/>
          </a:p>
          <a:p>
            <a:pPr>
              <a:spcBef>
                <a:spcPts val="200"/>
              </a:spcBef>
            </a:pPr>
            <a:endParaRPr sz="600" b="0" i="0"/>
          </a:p>
          <a:p>
            <a:pPr>
              <a:spcBef>
                <a:spcPts val="200"/>
              </a:spcBef>
            </a:pPr>
            <a:endParaRPr sz="600" b="0" i="0"/>
          </a:p>
          <a:p>
            <a:pPr>
              <a:spcBef>
                <a:spcPts val="200"/>
              </a:spcBef>
            </a:pPr>
            <a:endParaRPr sz="600" b="0" i="0"/>
          </a:p>
          <a:p>
            <a:pPr>
              <a:spcBef>
                <a:spcPts val="200"/>
              </a:spcBef>
            </a:pPr>
            <a:endParaRPr sz="600" b="0" i="0"/>
          </a:p>
          <a:p>
            <a:pPr marL="114300" indent="0">
              <a:spcBef>
                <a:spcPts val="800"/>
              </a:spcBef>
              <a:buNone/>
            </a:pPr>
            <a:endParaRPr lang="en-US" sz="2200" b="1" i="0">
              <a:solidFill>
                <a:srgbClr val="0D47A1"/>
              </a:solidFill>
            </a:endParaRPr>
          </a:p>
          <a:p>
            <a:pPr marL="114300" indent="0" algn="ctr">
              <a:spcBef>
                <a:spcPts val="800"/>
              </a:spcBef>
              <a:buNone/>
            </a:pPr>
            <a:r>
              <a:rPr sz="2200" b="1" i="0">
                <a:solidFill>
                  <a:srgbClr val="0D47A1"/>
                </a:solidFill>
              </a:rPr>
              <a:t>Thank you</a:t>
            </a:r>
          </a:p>
          <a:p>
            <a:pPr>
              <a:spcBef>
                <a:spcPts val="400"/>
              </a:spcBef>
            </a:pPr>
            <a:endParaRPr sz="1000" b="0" i="0">
              <a:solidFill>
                <a:srgbClr val="1A73E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200400" cy="64008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🛡️ Safety is provable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371600"/>
            <a:ext cx="4754880" cy="64008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</a:rPr>
              <a:t>Enforced by RBAC, </a:t>
            </a:r>
            <a:r>
              <a:rPr lang="en-US" sz="1200" err="1">
                <a:solidFill>
                  <a:srgbClr val="333333"/>
                </a:solidFill>
              </a:rPr>
              <a:t>NetPool</a:t>
            </a:r>
            <a:r>
              <a:rPr sz="1200" b="0">
                <a:solidFill>
                  <a:srgbClr val="333333"/>
                </a:solidFill>
              </a:rPr>
              <a:t>, quotas — in Git.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40"/>
            <a:ext cx="3200400" cy="6400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⚖️ Fairness is explicit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148840"/>
            <a:ext cx="4754880" cy="64008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</a:rPr>
              <a:t>Encoded in priorities and preemption — via Argo CD.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3200400" cy="64008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⚡ Efficiency is measured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926080"/>
            <a:ext cx="4754880" cy="64008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</a:rPr>
              <a:t>Tracked per tenant, per GPU-hour.</a:t>
            </a:r>
          </a:p>
        </p:txBody>
      </p:sp>
      <p:pic>
        <p:nvPicPr>
          <p:cNvPr id="11" name="Image 2" descr="/mnt/data/assets/dell.png">
            <a:extLst>
              <a:ext uri="{FF2B5EF4-FFF2-40B4-BE49-F238E27FC236}">
                <a16:creationId xmlns:a16="http://schemas.microsoft.com/office/drawing/2014/main" id="{20FD7B2D-0202-0033-C49D-F2B7C1484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007" y="4718463"/>
            <a:ext cx="650894" cy="3771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SSNA24">
  <a:themeElements>
    <a:clrScheme name="Custom 9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FF7F15"/>
      </a:accent1>
      <a:accent2>
        <a:srgbClr val="262267"/>
      </a:accent2>
      <a:accent3>
        <a:srgbClr val="305BA9"/>
      </a:accent3>
      <a:accent4>
        <a:srgbClr val="B0DDFF"/>
      </a:accent4>
      <a:accent5>
        <a:srgbClr val="FFC217"/>
      </a:accent5>
      <a:accent6>
        <a:srgbClr val="FFA35F"/>
      </a:accent6>
      <a:hlink>
        <a:srgbClr val="FF7F15"/>
      </a:hlink>
      <a:folHlink>
        <a:srgbClr val="FFA3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OSSNA24</vt:lpstr>
      <vt:lpstr>Multi-tenant GPUs on
Bare Metal OpenShift AI</vt:lpstr>
      <vt:lpstr>The Environment: Bare Metal, no Safety Net</vt:lpstr>
      <vt:lpstr>"It runs" ≠ "It's safe to share"</vt:lpstr>
      <vt:lpstr>The Framework</vt:lpstr>
      <vt:lpstr>Three Personas, One Platform</vt:lpstr>
      <vt:lpstr>🔄 GitOps: Everything is Code, Auditable</vt:lpstr>
      <vt:lpstr>🚀 Bootstrap: bare metal to GitOps</vt:lpstr>
      <vt:lpstr>🌐 Multi-tenant networking: HAProxy + Keepalived</vt:lpstr>
      <vt:lpstr>🛡️ Safety: reduce blast radius by design</vt:lpstr>
      <vt:lpstr>🛡️ Safety: tenant bootstrap bundle</vt:lpstr>
      <vt:lpstr>🔧 SR-IOV: NVIDIA Network Op vs NICs</vt:lpstr>
      <vt:lpstr>⚙️ Open kernel modules + DMA-BUF</vt:lpstr>
      <vt:lpstr>⚖️ Fairness: make Contention Deterministic</vt:lpstr>
      <vt:lpstr>⚡ Efficiency: outcomes per GPU-hour</vt:lpstr>
      <vt:lpstr>🔄 The upgrade plan IS the platform</vt:lpstr>
      <vt:lpstr>📊 Make the invisible visible</vt:lpstr>
      <vt:lpstr>Demo</vt:lpstr>
      <vt:lpstr>🔧 Seven Guardrails You Can Apply Today</vt:lpstr>
      <vt:lpstr>Multi-tenant GPUs on bare metal work when...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2026-03-03T08:34:52Z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ad3be33-4108-4738-9e07-d8656a181486_Enabled">
    <vt:lpwstr>true</vt:lpwstr>
  </property>
  <property fmtid="{D5CDD505-2E9C-101B-9397-08002B2CF9AE}" pid="3" name="MSIP_Label_dad3be33-4108-4738-9e07-d8656a181486_SetDate">
    <vt:lpwstr>2026-03-02T19:53:12Z</vt:lpwstr>
  </property>
  <property fmtid="{D5CDD505-2E9C-101B-9397-08002B2CF9AE}" pid="4" name="MSIP_Label_dad3be33-4108-4738-9e07-d8656a181486_Method">
    <vt:lpwstr>Privileged</vt:lpwstr>
  </property>
  <property fmtid="{D5CDD505-2E9C-101B-9397-08002B2CF9AE}" pid="5" name="MSIP_Label_dad3be33-4108-4738-9e07-d8656a181486_Name">
    <vt:lpwstr>Public No Visual Label</vt:lpwstr>
  </property>
  <property fmtid="{D5CDD505-2E9C-101B-9397-08002B2CF9AE}" pid="6" name="MSIP_Label_dad3be33-4108-4738-9e07-d8656a181486_SiteId">
    <vt:lpwstr>945c199a-83a2-4e80-9f8c-5a91be5752dd</vt:lpwstr>
  </property>
  <property fmtid="{D5CDD505-2E9C-101B-9397-08002B2CF9AE}" pid="7" name="MSIP_Label_dad3be33-4108-4738-9e07-d8656a181486_ActionId">
    <vt:lpwstr>6b89043d-0d60-41fd-bd69-43aa6283c4d1</vt:lpwstr>
  </property>
  <property fmtid="{D5CDD505-2E9C-101B-9397-08002B2CF9AE}" pid="8" name="MSIP_Label_dad3be33-4108-4738-9e07-d8656a181486_ContentBits">
    <vt:lpwstr>0</vt:lpwstr>
  </property>
  <property fmtid="{D5CDD505-2E9C-101B-9397-08002B2CF9AE}" pid="9" name="MSIP_Label_dad3be33-4108-4738-9e07-d8656a181486_Tag">
    <vt:lpwstr>10, 0, 1, 1</vt:lpwstr>
  </property>
</Properties>
</file>